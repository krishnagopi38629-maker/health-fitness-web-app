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96" r:id="rId5"/>
    <p:sldId id="297" r:id="rId6"/>
    <p:sldId id="300" r:id="rId7"/>
    <p:sldId id="299" r:id="rId8"/>
    <p:sldId id="261" r:id="rId9"/>
    <p:sldId id="301" r:id="rId10"/>
    <p:sldId id="302" r:id="rId11"/>
    <p:sldId id="285" r:id="rId12"/>
    <p:sldId id="262" r:id="rId13"/>
    <p:sldId id="278" r:id="rId14"/>
    <p:sldId id="265" r:id="rId15"/>
    <p:sldId id="303" r:id="rId16"/>
    <p:sldId id="304" r:id="rId17"/>
    <p:sldId id="28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D51"/>
    <a:srgbClr val="2C567A"/>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887" autoAdjust="0"/>
  </p:normalViewPr>
  <p:slideViewPr>
    <p:cSldViewPr snapToGrid="0" showGuides="1">
      <p:cViewPr varScale="1">
        <p:scale>
          <a:sx n="82" d="100"/>
          <a:sy n="82" d="100"/>
        </p:scale>
        <p:origin x="48"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ILI GOPI KRISHNA" userId="3b3898dc-7a80-41aa-96ea-9be451455641" providerId="ADAL" clId="{551C022D-69A7-4BD7-9F20-9BA99E111671}"/>
    <pc:docChg chg="undo redo custSel addSld delSld modSld sldOrd">
      <pc:chgData name="JANGILI GOPI KRISHNA" userId="3b3898dc-7a80-41aa-96ea-9be451455641" providerId="ADAL" clId="{551C022D-69A7-4BD7-9F20-9BA99E111671}" dt="2026-02-28T08:42:31.410" v="845" actId="14100"/>
      <pc:docMkLst>
        <pc:docMk/>
      </pc:docMkLst>
      <pc:sldChg chg="addSp delSp modSp mod ord">
        <pc:chgData name="JANGILI GOPI KRISHNA" userId="3b3898dc-7a80-41aa-96ea-9be451455641" providerId="ADAL" clId="{551C022D-69A7-4BD7-9F20-9BA99E111671}" dt="2026-02-19T10:14:37.790" v="409" actId="20577"/>
        <pc:sldMkLst>
          <pc:docMk/>
          <pc:sldMk cId="3666674671" sldId="261"/>
        </pc:sldMkLst>
        <pc:spChg chg="mod">
          <ac:chgData name="JANGILI GOPI KRISHNA" userId="3b3898dc-7a80-41aa-96ea-9be451455641" providerId="ADAL" clId="{551C022D-69A7-4BD7-9F20-9BA99E111671}" dt="2026-02-19T10:14:24.774" v="406" actId="1076"/>
          <ac:spMkLst>
            <pc:docMk/>
            <pc:sldMk cId="3666674671" sldId="261"/>
            <ac:spMk id="2" creationId="{9635F5E3-2B1C-7C0A-8581-67A9052D13AA}"/>
          </ac:spMkLst>
        </pc:spChg>
        <pc:spChg chg="mod">
          <ac:chgData name="JANGILI GOPI KRISHNA" userId="3b3898dc-7a80-41aa-96ea-9be451455641" providerId="ADAL" clId="{551C022D-69A7-4BD7-9F20-9BA99E111671}" dt="2026-02-19T09:42:37.575" v="207" actId="1076"/>
          <ac:spMkLst>
            <pc:docMk/>
            <pc:sldMk cId="3666674671" sldId="261"/>
            <ac:spMk id="3" creationId="{A6A33159-D030-2F82-A142-F75940728319}"/>
          </ac:spMkLst>
        </pc:spChg>
        <pc:spChg chg="add mod">
          <ac:chgData name="JANGILI GOPI KRISHNA" userId="3b3898dc-7a80-41aa-96ea-9be451455641" providerId="ADAL" clId="{551C022D-69A7-4BD7-9F20-9BA99E111671}" dt="2026-02-19T10:14:33.101" v="407" actId="1076"/>
          <ac:spMkLst>
            <pc:docMk/>
            <pc:sldMk cId="3666674671" sldId="261"/>
            <ac:spMk id="4" creationId="{3E57AC44-B711-E6DF-925A-35A277651325}"/>
          </ac:spMkLst>
        </pc:spChg>
        <pc:spChg chg="add mod">
          <ac:chgData name="JANGILI GOPI KRISHNA" userId="3b3898dc-7a80-41aa-96ea-9be451455641" providerId="ADAL" clId="{551C022D-69A7-4BD7-9F20-9BA99E111671}" dt="2026-02-19T10:14:37.790" v="409" actId="20577"/>
          <ac:spMkLst>
            <pc:docMk/>
            <pc:sldMk cId="3666674671" sldId="261"/>
            <ac:spMk id="7" creationId="{5837B484-8E23-7B70-359A-D7BC5B875377}"/>
          </ac:spMkLst>
        </pc:spChg>
      </pc:sldChg>
      <pc:sldChg chg="modSp mod">
        <pc:chgData name="JANGILI GOPI KRISHNA" userId="3b3898dc-7a80-41aa-96ea-9be451455641" providerId="ADAL" clId="{551C022D-69A7-4BD7-9F20-9BA99E111671}" dt="2026-02-19T10:13:36.709" v="405" actId="207"/>
        <pc:sldMkLst>
          <pc:docMk/>
          <pc:sldMk cId="1210802199" sldId="262"/>
        </pc:sldMkLst>
        <pc:spChg chg="mod">
          <ac:chgData name="JANGILI GOPI KRISHNA" userId="3b3898dc-7a80-41aa-96ea-9be451455641" providerId="ADAL" clId="{551C022D-69A7-4BD7-9F20-9BA99E111671}" dt="2026-02-19T10:07:42.190" v="354" actId="14100"/>
          <ac:spMkLst>
            <pc:docMk/>
            <pc:sldMk cId="1210802199" sldId="262"/>
            <ac:spMk id="2" creationId="{28BAC361-0D7A-DC05-86B5-6DD77D322F5B}"/>
          </ac:spMkLst>
        </pc:spChg>
        <pc:spChg chg="mod">
          <ac:chgData name="JANGILI GOPI KRISHNA" userId="3b3898dc-7a80-41aa-96ea-9be451455641" providerId="ADAL" clId="{551C022D-69A7-4BD7-9F20-9BA99E111671}" dt="2026-02-19T10:07:55.590" v="356" actId="1076"/>
          <ac:spMkLst>
            <pc:docMk/>
            <pc:sldMk cId="1210802199" sldId="262"/>
            <ac:spMk id="3" creationId="{1BE98EFF-197D-3136-70B9-7BBD30A48931}"/>
          </ac:spMkLst>
        </pc:spChg>
        <pc:spChg chg="mod">
          <ac:chgData name="JANGILI GOPI KRISHNA" userId="3b3898dc-7a80-41aa-96ea-9be451455641" providerId="ADAL" clId="{551C022D-69A7-4BD7-9F20-9BA99E111671}" dt="2026-02-19T10:13:36.709" v="405" actId="207"/>
          <ac:spMkLst>
            <pc:docMk/>
            <pc:sldMk cId="1210802199" sldId="262"/>
            <ac:spMk id="4" creationId="{D97126AE-AE4A-97A5-21F5-E5ACF7E0605F}"/>
          </ac:spMkLst>
        </pc:spChg>
      </pc:sldChg>
      <pc:sldChg chg="modSp mod ord">
        <pc:chgData name="JANGILI GOPI KRISHNA" userId="3b3898dc-7a80-41aa-96ea-9be451455641" providerId="ADAL" clId="{551C022D-69A7-4BD7-9F20-9BA99E111671}" dt="2026-02-19T10:27:28.340" v="446" actId="1076"/>
        <pc:sldMkLst>
          <pc:docMk/>
          <pc:sldMk cId="729609147" sldId="265"/>
        </pc:sldMkLst>
        <pc:spChg chg="mod">
          <ac:chgData name="JANGILI GOPI KRISHNA" userId="3b3898dc-7a80-41aa-96ea-9be451455641" providerId="ADAL" clId="{551C022D-69A7-4BD7-9F20-9BA99E111671}" dt="2026-02-19T10:26:46.023" v="441" actId="1076"/>
          <ac:spMkLst>
            <pc:docMk/>
            <pc:sldMk cId="729609147" sldId="265"/>
            <ac:spMk id="2" creationId="{314C27C8-165C-5513-DB4B-9D840097C545}"/>
          </ac:spMkLst>
        </pc:spChg>
        <pc:spChg chg="mod">
          <ac:chgData name="JANGILI GOPI KRISHNA" userId="3b3898dc-7a80-41aa-96ea-9be451455641" providerId="ADAL" clId="{551C022D-69A7-4BD7-9F20-9BA99E111671}" dt="2026-02-19T10:27:28.340" v="446" actId="1076"/>
          <ac:spMkLst>
            <pc:docMk/>
            <pc:sldMk cId="729609147" sldId="265"/>
            <ac:spMk id="3" creationId="{FACE640F-7F5A-BDB7-205D-765FA80B6796}"/>
          </ac:spMkLst>
        </pc:spChg>
      </pc:sldChg>
      <pc:sldChg chg="addSp delSp modSp mod">
        <pc:chgData name="JANGILI GOPI KRISHNA" userId="3b3898dc-7a80-41aa-96ea-9be451455641" providerId="ADAL" clId="{551C022D-69A7-4BD7-9F20-9BA99E111671}" dt="2026-02-19T10:13:13.212" v="401" actId="1035"/>
        <pc:sldMkLst>
          <pc:docMk/>
          <pc:sldMk cId="4259977132" sldId="278"/>
        </pc:sldMkLst>
        <pc:spChg chg="mod">
          <ac:chgData name="JANGILI GOPI KRISHNA" userId="3b3898dc-7a80-41aa-96ea-9be451455641" providerId="ADAL" clId="{551C022D-69A7-4BD7-9F20-9BA99E111671}" dt="2026-02-19T10:12:04.048" v="388" actId="207"/>
          <ac:spMkLst>
            <pc:docMk/>
            <pc:sldMk cId="4259977132" sldId="278"/>
            <ac:spMk id="8" creationId="{215CE58D-2739-522B-7C3A-6A7C985360C0}"/>
          </ac:spMkLst>
        </pc:spChg>
        <pc:spChg chg="add mod">
          <ac:chgData name="JANGILI GOPI KRISHNA" userId="3b3898dc-7a80-41aa-96ea-9be451455641" providerId="ADAL" clId="{551C022D-69A7-4BD7-9F20-9BA99E111671}" dt="2026-02-19T10:13:13.212" v="401" actId="1035"/>
          <ac:spMkLst>
            <pc:docMk/>
            <pc:sldMk cId="4259977132" sldId="278"/>
            <ac:spMk id="10" creationId="{448D072F-BF16-216C-C975-E122E6F9FA9B}"/>
          </ac:spMkLst>
        </pc:spChg>
      </pc:sldChg>
      <pc:sldChg chg="addSp modSp mod">
        <pc:chgData name="JANGILI GOPI KRISHNA" userId="3b3898dc-7a80-41aa-96ea-9be451455641" providerId="ADAL" clId="{551C022D-69A7-4BD7-9F20-9BA99E111671}" dt="2026-02-19T10:38:40.565" v="568" actId="14100"/>
        <pc:sldMkLst>
          <pc:docMk/>
          <pc:sldMk cId="1371737547" sldId="285"/>
        </pc:sldMkLst>
        <pc:spChg chg="mod">
          <ac:chgData name="JANGILI GOPI KRISHNA" userId="3b3898dc-7a80-41aa-96ea-9be451455641" providerId="ADAL" clId="{551C022D-69A7-4BD7-9F20-9BA99E111671}" dt="2026-02-19T09:56:05.390" v="267" actId="14100"/>
          <ac:spMkLst>
            <pc:docMk/>
            <pc:sldMk cId="1371737547" sldId="285"/>
            <ac:spMk id="2" creationId="{954ABE40-AA00-F366-A36A-B3F1AADBF025}"/>
          </ac:spMkLst>
        </pc:spChg>
        <pc:spChg chg="mod">
          <ac:chgData name="JANGILI GOPI KRISHNA" userId="3b3898dc-7a80-41aa-96ea-9be451455641" providerId="ADAL" clId="{551C022D-69A7-4BD7-9F20-9BA99E111671}" dt="2026-02-19T10:38:21.178" v="565" actId="207"/>
          <ac:spMkLst>
            <pc:docMk/>
            <pc:sldMk cId="1371737547" sldId="285"/>
            <ac:spMk id="3" creationId="{72446868-83F0-CEEF-5E60-6D55C93B523F}"/>
          </ac:spMkLst>
        </pc:spChg>
        <pc:picChg chg="add mod">
          <ac:chgData name="JANGILI GOPI KRISHNA" userId="3b3898dc-7a80-41aa-96ea-9be451455641" providerId="ADAL" clId="{551C022D-69A7-4BD7-9F20-9BA99E111671}" dt="2026-02-19T10:38:40.565" v="568" actId="14100"/>
          <ac:picMkLst>
            <pc:docMk/>
            <pc:sldMk cId="1371737547" sldId="285"/>
            <ac:picMk id="4" creationId="{BB21B8C6-963D-72A3-0BAC-7AB6B91C06F7}"/>
          </ac:picMkLst>
        </pc:picChg>
      </pc:sldChg>
      <pc:sldChg chg="addSp delSp modSp mod">
        <pc:chgData name="JANGILI GOPI KRISHNA" userId="3b3898dc-7a80-41aa-96ea-9be451455641" providerId="ADAL" clId="{551C022D-69A7-4BD7-9F20-9BA99E111671}" dt="2026-02-19T10:37:20.451" v="560" actId="120"/>
        <pc:sldMkLst>
          <pc:docMk/>
          <pc:sldMk cId="3751616652" sldId="287"/>
        </pc:sldMkLst>
        <pc:spChg chg="mod">
          <ac:chgData name="JANGILI GOPI KRISHNA" userId="3b3898dc-7a80-41aa-96ea-9be451455641" providerId="ADAL" clId="{551C022D-69A7-4BD7-9F20-9BA99E111671}" dt="2026-02-19T10:37:20.451" v="560" actId="120"/>
          <ac:spMkLst>
            <pc:docMk/>
            <pc:sldMk cId="3751616652" sldId="287"/>
            <ac:spMk id="5" creationId="{22A0D7AA-8A21-B977-56ED-94406F29957C}"/>
          </ac:spMkLst>
        </pc:spChg>
      </pc:sldChg>
      <pc:sldChg chg="modSp mod">
        <pc:chgData name="JANGILI GOPI KRISHNA" userId="3b3898dc-7a80-41aa-96ea-9be451455641" providerId="ADAL" clId="{551C022D-69A7-4BD7-9F20-9BA99E111671}" dt="2026-02-19T14:22:06.874" v="839" actId="207"/>
        <pc:sldMkLst>
          <pc:docMk/>
          <pc:sldMk cId="1282633192" sldId="296"/>
        </pc:sldMkLst>
        <pc:spChg chg="mod">
          <ac:chgData name="JANGILI GOPI KRISHNA" userId="3b3898dc-7a80-41aa-96ea-9be451455641" providerId="ADAL" clId="{551C022D-69A7-4BD7-9F20-9BA99E111671}" dt="2026-02-19T10:39:20.975" v="585" actId="20577"/>
          <ac:spMkLst>
            <pc:docMk/>
            <pc:sldMk cId="1282633192" sldId="296"/>
            <ac:spMk id="2" creationId="{998EF7BD-FE81-4B20-8DC5-0B3EB736F9F8}"/>
          </ac:spMkLst>
        </pc:spChg>
        <pc:spChg chg="mod">
          <ac:chgData name="JANGILI GOPI KRISHNA" userId="3b3898dc-7a80-41aa-96ea-9be451455641" providerId="ADAL" clId="{551C022D-69A7-4BD7-9F20-9BA99E111671}" dt="2026-02-19T14:22:06.874" v="839" actId="207"/>
          <ac:spMkLst>
            <pc:docMk/>
            <pc:sldMk cId="1282633192" sldId="296"/>
            <ac:spMk id="3" creationId="{1AFF0EFE-C50F-44EB-8978-B97795477C9E}"/>
          </ac:spMkLst>
        </pc:spChg>
      </pc:sldChg>
      <pc:sldChg chg="modSp mod">
        <pc:chgData name="JANGILI GOPI KRISHNA" userId="3b3898dc-7a80-41aa-96ea-9be451455641" providerId="ADAL" clId="{551C022D-69A7-4BD7-9F20-9BA99E111671}" dt="2026-02-19T14:15:48.691" v="795" actId="1076"/>
        <pc:sldMkLst>
          <pc:docMk/>
          <pc:sldMk cId="3018507327" sldId="297"/>
        </pc:sldMkLst>
        <pc:spChg chg="mod">
          <ac:chgData name="JANGILI GOPI KRISHNA" userId="3b3898dc-7a80-41aa-96ea-9be451455641" providerId="ADAL" clId="{551C022D-69A7-4BD7-9F20-9BA99E111671}" dt="2026-02-19T14:15:48.691" v="795" actId="1076"/>
          <ac:spMkLst>
            <pc:docMk/>
            <pc:sldMk cId="3018507327" sldId="297"/>
            <ac:spMk id="2" creationId="{43C2181D-911C-1343-7267-E35AC86CCA0E}"/>
          </ac:spMkLst>
        </pc:spChg>
        <pc:spChg chg="mod">
          <ac:chgData name="JANGILI GOPI KRISHNA" userId="3b3898dc-7a80-41aa-96ea-9be451455641" providerId="ADAL" clId="{551C022D-69A7-4BD7-9F20-9BA99E111671}" dt="2026-02-19T14:15:41.461" v="794" actId="1076"/>
          <ac:spMkLst>
            <pc:docMk/>
            <pc:sldMk cId="3018507327" sldId="297"/>
            <ac:spMk id="3" creationId="{9BEA8735-F1DC-1DE6-0A38-429B2F660F8A}"/>
          </ac:spMkLst>
        </pc:spChg>
      </pc:sldChg>
      <pc:sldChg chg="addSp delSp modSp add mod">
        <pc:chgData name="JANGILI GOPI KRISHNA" userId="3b3898dc-7a80-41aa-96ea-9be451455641" providerId="ADAL" clId="{551C022D-69A7-4BD7-9F20-9BA99E111671}" dt="2026-02-28T08:33:39.237" v="844" actId="20577"/>
        <pc:sldMkLst>
          <pc:docMk/>
          <pc:sldMk cId="1541736716" sldId="299"/>
        </pc:sldMkLst>
        <pc:spChg chg="mod">
          <ac:chgData name="JANGILI GOPI KRISHNA" userId="3b3898dc-7a80-41aa-96ea-9be451455641" providerId="ADAL" clId="{551C022D-69A7-4BD7-9F20-9BA99E111671}" dt="2026-02-28T08:33:39.237" v="844" actId="20577"/>
          <ac:spMkLst>
            <pc:docMk/>
            <pc:sldMk cId="1541736716" sldId="299"/>
            <ac:spMk id="3" creationId="{B97BC1D5-4AC5-6421-B92E-B6ADA1CF7C6D}"/>
          </ac:spMkLst>
        </pc:spChg>
      </pc:sldChg>
      <pc:sldChg chg="addSp delSp modSp add mod">
        <pc:chgData name="JANGILI GOPI KRISHNA" userId="3b3898dc-7a80-41aa-96ea-9be451455641" providerId="ADAL" clId="{551C022D-69A7-4BD7-9F20-9BA99E111671}" dt="2026-02-19T09:21:07.048" v="119" actId="255"/>
        <pc:sldMkLst>
          <pc:docMk/>
          <pc:sldMk cId="2456577261" sldId="300"/>
        </pc:sldMkLst>
        <pc:spChg chg="mod">
          <ac:chgData name="JANGILI GOPI KRISHNA" userId="3b3898dc-7a80-41aa-96ea-9be451455641" providerId="ADAL" clId="{551C022D-69A7-4BD7-9F20-9BA99E111671}" dt="2026-02-19T09:21:07.048" v="119" actId="255"/>
          <ac:spMkLst>
            <pc:docMk/>
            <pc:sldMk cId="2456577261" sldId="300"/>
            <ac:spMk id="2" creationId="{16E987FA-0894-9762-9AAE-EE7E820DEAB9}"/>
          </ac:spMkLst>
        </pc:spChg>
      </pc:sldChg>
      <pc:sldChg chg="addSp delSp modSp add mod">
        <pc:chgData name="JANGILI GOPI KRISHNA" userId="3b3898dc-7a80-41aa-96ea-9be451455641" providerId="ADAL" clId="{551C022D-69A7-4BD7-9F20-9BA99E111671}" dt="2026-02-28T08:42:31.410" v="845" actId="14100"/>
        <pc:sldMkLst>
          <pc:docMk/>
          <pc:sldMk cId="1394153443" sldId="301"/>
        </pc:sldMkLst>
        <pc:spChg chg="mod">
          <ac:chgData name="JANGILI GOPI KRISHNA" userId="3b3898dc-7a80-41aa-96ea-9be451455641" providerId="ADAL" clId="{551C022D-69A7-4BD7-9F20-9BA99E111671}" dt="2026-02-28T08:42:31.410" v="845" actId="14100"/>
          <ac:spMkLst>
            <pc:docMk/>
            <pc:sldMk cId="1394153443" sldId="301"/>
            <ac:spMk id="4" creationId="{ACC265F5-A953-3C4B-AD4B-0C25534D7765}"/>
          </ac:spMkLst>
        </pc:spChg>
        <pc:spChg chg="mod">
          <ac:chgData name="JANGILI GOPI KRISHNA" userId="3b3898dc-7a80-41aa-96ea-9be451455641" providerId="ADAL" clId="{551C022D-69A7-4BD7-9F20-9BA99E111671}" dt="2026-02-19T09:49:12.134" v="259" actId="14100"/>
          <ac:spMkLst>
            <pc:docMk/>
            <pc:sldMk cId="1394153443" sldId="301"/>
            <ac:spMk id="7" creationId="{9743158A-F657-03D1-5769-EEDCBE973BBF}"/>
          </ac:spMkLst>
        </pc:spChg>
      </pc:sldChg>
      <pc:sldChg chg="modSp add mod">
        <pc:chgData name="JANGILI GOPI KRISHNA" userId="3b3898dc-7a80-41aa-96ea-9be451455641" providerId="ADAL" clId="{551C022D-69A7-4BD7-9F20-9BA99E111671}" dt="2026-02-19T09:48:42.590" v="257" actId="1076"/>
        <pc:sldMkLst>
          <pc:docMk/>
          <pc:sldMk cId="1301236015" sldId="302"/>
        </pc:sldMkLst>
        <pc:spChg chg="mod">
          <ac:chgData name="JANGILI GOPI KRISHNA" userId="3b3898dc-7a80-41aa-96ea-9be451455641" providerId="ADAL" clId="{551C022D-69A7-4BD7-9F20-9BA99E111671}" dt="2026-02-19T09:48:42.590" v="257" actId="1076"/>
          <ac:spMkLst>
            <pc:docMk/>
            <pc:sldMk cId="1301236015" sldId="302"/>
            <ac:spMk id="4" creationId="{E542B8B2-0B31-7615-BAC4-0D8981DF6EF4}"/>
          </ac:spMkLst>
        </pc:spChg>
        <pc:spChg chg="mod">
          <ac:chgData name="JANGILI GOPI KRISHNA" userId="3b3898dc-7a80-41aa-96ea-9be451455641" providerId="ADAL" clId="{551C022D-69A7-4BD7-9F20-9BA99E111671}" dt="2026-02-19T09:48:34.701" v="256" actId="1076"/>
          <ac:spMkLst>
            <pc:docMk/>
            <pc:sldMk cId="1301236015" sldId="302"/>
            <ac:spMk id="7" creationId="{3CED6DFC-B963-5FE3-41E3-80D027158009}"/>
          </ac:spMkLst>
        </pc:spChg>
      </pc:sldChg>
      <pc:sldChg chg="addSp delSp modSp add mod ord">
        <pc:chgData name="JANGILI GOPI KRISHNA" userId="3b3898dc-7a80-41aa-96ea-9be451455641" providerId="ADAL" clId="{551C022D-69A7-4BD7-9F20-9BA99E111671}" dt="2026-02-19T10:33:56.765" v="517" actId="1076"/>
        <pc:sldMkLst>
          <pc:docMk/>
          <pc:sldMk cId="94927785" sldId="303"/>
        </pc:sldMkLst>
        <pc:spChg chg="add mod">
          <ac:chgData name="JANGILI GOPI KRISHNA" userId="3b3898dc-7a80-41aa-96ea-9be451455641" providerId="ADAL" clId="{551C022D-69A7-4BD7-9F20-9BA99E111671}" dt="2026-02-19T10:33:42.997" v="514" actId="1076"/>
          <ac:spMkLst>
            <pc:docMk/>
            <pc:sldMk cId="94927785" sldId="303"/>
            <ac:spMk id="4" creationId="{0121E724-799D-F62D-25E5-B97B6C96C916}"/>
          </ac:spMkLst>
        </pc:spChg>
        <pc:spChg chg="add mod">
          <ac:chgData name="JANGILI GOPI KRISHNA" userId="3b3898dc-7a80-41aa-96ea-9be451455641" providerId="ADAL" clId="{551C022D-69A7-4BD7-9F20-9BA99E111671}" dt="2026-02-19T10:33:47.116" v="515" actId="1076"/>
          <ac:spMkLst>
            <pc:docMk/>
            <pc:sldMk cId="94927785" sldId="303"/>
            <ac:spMk id="5" creationId="{82A95B43-6B46-8BE1-9C1F-292C185FABDB}"/>
          </ac:spMkLst>
        </pc:spChg>
        <pc:spChg chg="mod">
          <ac:chgData name="JANGILI GOPI KRISHNA" userId="3b3898dc-7a80-41aa-96ea-9be451455641" providerId="ADAL" clId="{551C022D-69A7-4BD7-9F20-9BA99E111671}" dt="2026-02-19T10:33:52.829" v="516" actId="1076"/>
          <ac:spMkLst>
            <pc:docMk/>
            <pc:sldMk cId="94927785" sldId="303"/>
            <ac:spMk id="8" creationId="{052CF36A-81E0-7A8A-B163-10F621AC7EE5}"/>
          </ac:spMkLst>
        </pc:spChg>
        <pc:spChg chg="mod">
          <ac:chgData name="JANGILI GOPI KRISHNA" userId="3b3898dc-7a80-41aa-96ea-9be451455641" providerId="ADAL" clId="{551C022D-69A7-4BD7-9F20-9BA99E111671}" dt="2026-02-19T10:33:56.765" v="517" actId="1076"/>
          <ac:spMkLst>
            <pc:docMk/>
            <pc:sldMk cId="94927785" sldId="303"/>
            <ac:spMk id="10" creationId="{4EEDA701-40F5-B2E3-F562-EAA96810EAEE}"/>
          </ac:spMkLst>
        </pc:spChg>
      </pc:sldChg>
      <pc:sldChg chg="addSp delSp modSp add mod">
        <pc:chgData name="JANGILI GOPI KRISHNA" userId="3b3898dc-7a80-41aa-96ea-9be451455641" providerId="ADAL" clId="{551C022D-69A7-4BD7-9F20-9BA99E111671}" dt="2026-02-19T10:36:40.085" v="555" actId="1076"/>
        <pc:sldMkLst>
          <pc:docMk/>
          <pc:sldMk cId="2150451505" sldId="304"/>
        </pc:sldMkLst>
        <pc:spChg chg="add mod">
          <ac:chgData name="JANGILI GOPI KRISHNA" userId="3b3898dc-7a80-41aa-96ea-9be451455641" providerId="ADAL" clId="{551C022D-69A7-4BD7-9F20-9BA99E111671}" dt="2026-02-19T10:34:36.200" v="523"/>
          <ac:spMkLst>
            <pc:docMk/>
            <pc:sldMk cId="2150451505" sldId="304"/>
            <ac:spMk id="6" creationId="{AD964EBD-6254-28AA-5F09-029D85FD916D}"/>
          </ac:spMkLst>
        </pc:spChg>
        <pc:spChg chg="add mod">
          <ac:chgData name="JANGILI GOPI KRISHNA" userId="3b3898dc-7a80-41aa-96ea-9be451455641" providerId="ADAL" clId="{551C022D-69A7-4BD7-9F20-9BA99E111671}" dt="2026-02-19T10:36:40.085" v="555" actId="1076"/>
          <ac:spMkLst>
            <pc:docMk/>
            <pc:sldMk cId="2150451505" sldId="304"/>
            <ac:spMk id="7" creationId="{54DD9CE8-EC28-2697-8E41-B173BBF04A09}"/>
          </ac:spMkLst>
        </pc:spChg>
        <pc:spChg chg="add mod">
          <ac:chgData name="JANGILI GOPI KRISHNA" userId="3b3898dc-7a80-41aa-96ea-9be451455641" providerId="ADAL" clId="{551C022D-69A7-4BD7-9F20-9BA99E111671}" dt="2026-02-19T10:36:29.516" v="554" actId="1076"/>
          <ac:spMkLst>
            <pc:docMk/>
            <pc:sldMk cId="2150451505" sldId="304"/>
            <ac:spMk id="13" creationId="{6968D6FA-4280-7536-A2A5-E7930D53783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2/28/2026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2/28/2026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5</a:t>
            </a:fld>
            <a:endParaRPr lang="en-US" noProof="0" dirty="0"/>
          </a:p>
        </p:txBody>
      </p:sp>
    </p:spTree>
    <p:extLst>
      <p:ext uri="{BB962C8B-B14F-4D97-AF65-F5344CB8AC3E}">
        <p14:creationId xmlns:p14="http://schemas.microsoft.com/office/powerpoint/2010/main" val="590300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355DF-8DC6-2B36-C3E6-A2A58CD67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CE6B2-6881-CC42-74B8-C9D9994A9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688CE-5A89-19EE-89AC-A217C452EA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D913E7-A05B-BAC6-9743-264D8D4F0C04}"/>
              </a:ext>
            </a:extLst>
          </p:cNvPr>
          <p:cNvSpPr>
            <a:spLocks noGrp="1"/>
          </p:cNvSpPr>
          <p:nvPr>
            <p:ph type="sldNum" sz="quarter" idx="5"/>
          </p:nvPr>
        </p:nvSpPr>
        <p:spPr/>
        <p:txBody>
          <a:bodyPr/>
          <a:lstStyle/>
          <a:p>
            <a:fld id="{6336304E-FDE3-4B4F-A3B7-EBE87F3FA5E2}" type="slidenum">
              <a:rPr lang="en-US" noProof="0" smtClean="0"/>
              <a:t>6</a:t>
            </a:fld>
            <a:endParaRPr lang="en-US" noProof="0" dirty="0"/>
          </a:p>
        </p:txBody>
      </p:sp>
    </p:spTree>
    <p:extLst>
      <p:ext uri="{BB962C8B-B14F-4D97-AF65-F5344CB8AC3E}">
        <p14:creationId xmlns:p14="http://schemas.microsoft.com/office/powerpoint/2010/main" val="2844036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13711-3D58-B27E-5360-9215290C5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92B5F-DB4A-8678-04E5-2649C0808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585A9-C344-F2FE-C1E9-E7F5A69D85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E3EB6B-1DF9-269D-214C-7A84467557C5}"/>
              </a:ext>
            </a:extLst>
          </p:cNvPr>
          <p:cNvSpPr>
            <a:spLocks noGrp="1"/>
          </p:cNvSpPr>
          <p:nvPr>
            <p:ph type="sldNum" sz="quarter" idx="5"/>
          </p:nvPr>
        </p:nvSpPr>
        <p:spPr/>
        <p:txBody>
          <a:bodyPr/>
          <a:lstStyle/>
          <a:p>
            <a:fld id="{6336304E-FDE3-4B4F-A3B7-EBE87F3FA5E2}" type="slidenum">
              <a:rPr lang="en-US" noProof="0" smtClean="0"/>
              <a:t>7</a:t>
            </a:fld>
            <a:endParaRPr lang="en-US" noProof="0" dirty="0"/>
          </a:p>
        </p:txBody>
      </p:sp>
    </p:spTree>
    <p:extLst>
      <p:ext uri="{BB962C8B-B14F-4D97-AF65-F5344CB8AC3E}">
        <p14:creationId xmlns:p14="http://schemas.microsoft.com/office/powerpoint/2010/main" val="22387121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dirty="0"/>
              <a:t>BIG DATA ANALYSIS</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775704" y="6355080"/>
            <a:ext cx="5769864" cy="585217"/>
          </a:xfrm>
        </p:spPr>
        <p:txBody>
          <a:bodyPr vert="horz" lIns="91440" tIns="45720" rIns="91440" bIns="45720" rtlCol="0" anchor="t">
            <a:noAutofit/>
          </a:bodyPr>
          <a:lstStyle/>
          <a:p>
            <a:r>
              <a:rPr lang="en-US" sz="2400" dirty="0">
                <a:solidFill>
                  <a:schemeClr val="tx1"/>
                </a:solidFill>
              </a:rPr>
              <a:t>SUBMITED TO : </a:t>
            </a:r>
            <a:r>
              <a:rPr lang="en-US" sz="2400" dirty="0"/>
              <a:t>DR.FATHIMABI SHAIK</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4139184" y="1307592"/>
            <a:ext cx="3913632" cy="749808"/>
          </a:xfrm>
          <a:noFill/>
        </p:spPr>
        <p:txBody>
          <a:bodyPr anchor="ctr">
            <a:noAutofit/>
          </a:bodyPr>
          <a:lstStyle/>
          <a:p>
            <a:r>
              <a:rPr lang="en-US" dirty="0"/>
              <a:t>BATCH - 09</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1880616" y="2386584"/>
            <a:ext cx="8430768" cy="2953512"/>
          </a:xfrm>
          <a:noFill/>
        </p:spPr>
        <p:txBody>
          <a:bodyPr>
            <a:noAutofit/>
          </a:bodyPr>
          <a:lstStyle/>
          <a:p>
            <a:pPr algn="just"/>
            <a:r>
              <a:rPr lang="en-US" sz="3600" b="1" dirty="0"/>
              <a:t>J.GOPI KRISHNA  –  231FA18141</a:t>
            </a:r>
          </a:p>
          <a:p>
            <a:pPr algn="just"/>
            <a:r>
              <a:rPr lang="en-IN" sz="3600" b="1" dirty="0"/>
              <a:t>P. KUMAR                 -  231FA18062</a:t>
            </a:r>
          </a:p>
          <a:p>
            <a:pPr algn="just"/>
            <a:r>
              <a:rPr lang="en-IN" sz="3600" b="1" dirty="0" err="1"/>
              <a:t>K.AnaNAD</a:t>
            </a:r>
            <a:r>
              <a:rPr lang="en-IN" sz="3600" b="1" dirty="0"/>
              <a:t>              -  231FA18427</a:t>
            </a:r>
            <a:endParaRPr lang="en-US" sz="3600" b="1" dirty="0"/>
          </a:p>
          <a:p>
            <a:endParaRPr lang="en-US" dirty="0"/>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a:extLst>
            <a:ext uri="{FF2B5EF4-FFF2-40B4-BE49-F238E27FC236}">
              <a16:creationId xmlns:a16="http://schemas.microsoft.com/office/drawing/2014/main" id="{9F751AA3-5A20-3A47-CFE3-0EE24596E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987FA-0894-9762-9AAE-EE7E820DEAB9}"/>
              </a:ext>
            </a:extLst>
          </p:cNvPr>
          <p:cNvSpPr>
            <a:spLocks noGrp="1"/>
          </p:cNvSpPr>
          <p:nvPr>
            <p:ph type="title"/>
          </p:nvPr>
        </p:nvSpPr>
        <p:spPr>
          <a:xfrm>
            <a:off x="266700" y="301752"/>
            <a:ext cx="11658600" cy="6336792"/>
          </a:xfrm>
          <a:noFill/>
        </p:spPr>
        <p:txBody>
          <a:bodyPr anchor="ctr">
            <a:noAutofit/>
          </a:bodyPr>
          <a:lstStyle/>
          <a:p>
            <a:pPr algn="ctr"/>
            <a:r>
              <a:rPr lang="en-US" sz="9600" dirty="0"/>
              <a:t>PART - A</a:t>
            </a:r>
          </a:p>
        </p:txBody>
      </p:sp>
      <p:sp>
        <p:nvSpPr>
          <p:cNvPr id="9" name="Slide Number Placeholder 8">
            <a:extLst>
              <a:ext uri="{FF2B5EF4-FFF2-40B4-BE49-F238E27FC236}">
                <a16:creationId xmlns:a16="http://schemas.microsoft.com/office/drawing/2014/main" id="{29096BA9-BCAA-AFA6-7EC7-096362042FD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3</a:t>
            </a:fld>
            <a:endParaRPr lang="en-US" dirty="0"/>
          </a:p>
        </p:txBody>
      </p:sp>
    </p:spTree>
    <p:extLst>
      <p:ext uri="{BB962C8B-B14F-4D97-AF65-F5344CB8AC3E}">
        <p14:creationId xmlns:p14="http://schemas.microsoft.com/office/powerpoint/2010/main" val="245657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527F1406-60DC-00A1-0326-5C94F0EAD5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BC1D5-4AC5-6421-B92E-B6ADA1CF7C6D}"/>
              </a:ext>
            </a:extLst>
          </p:cNvPr>
          <p:cNvSpPr>
            <a:spLocks noGrp="1"/>
          </p:cNvSpPr>
          <p:nvPr>
            <p:ph idx="1"/>
          </p:nvPr>
        </p:nvSpPr>
        <p:spPr>
          <a:xfrm>
            <a:off x="301752" y="237744"/>
            <a:ext cx="11750040" cy="6382512"/>
          </a:xfrm>
          <a:noFill/>
        </p:spPr>
        <p:txBody>
          <a:bodyPr>
            <a:noAutofit/>
          </a:bodyPr>
          <a:lstStyle/>
          <a:p>
            <a:r>
              <a:rPr lang="en-US" sz="2400" dirty="0">
                <a:solidFill>
                  <a:schemeClr val="tx1"/>
                </a:solidFill>
              </a:rPr>
              <a:t>A data engineering team is tasked with setting up a Hadoop environment to handle large-scale data processing for a financial analytics project. The team needs to understand Hadoop's architecture, the roles of its daemons, and how data processing is managed within the ecosystem. They must also evaluate the effectiveness of different Hadoop components in managing resources and applications.</a:t>
            </a:r>
          </a:p>
          <a:p>
            <a:endParaRPr lang="en-US" sz="2400" dirty="0">
              <a:solidFill>
                <a:schemeClr val="tx1"/>
              </a:solidFill>
            </a:endParaRPr>
          </a:p>
          <a:p>
            <a:r>
              <a:rPr lang="en-US" sz="2400" b="1" dirty="0">
                <a:solidFill>
                  <a:schemeClr val="tx1"/>
                </a:solidFill>
              </a:rPr>
              <a:t>a</a:t>
            </a:r>
            <a:r>
              <a:rPr lang="en-US" sz="2400" dirty="0">
                <a:solidFill>
                  <a:schemeClr val="tx1"/>
                </a:solidFill>
              </a:rPr>
              <a:t>. Describe the key daemons of Hadoop and their functions within the Hadoop architecture. How does each daemon contribute to the overall data processing and management?</a:t>
            </a:r>
          </a:p>
          <a:p>
            <a:endParaRPr lang="en-US" sz="2400" dirty="0">
              <a:solidFill>
                <a:schemeClr val="tx1"/>
              </a:solidFill>
            </a:endParaRPr>
          </a:p>
          <a:p>
            <a:r>
              <a:rPr lang="en-US" sz="2400" b="1" dirty="0">
                <a:solidFill>
                  <a:schemeClr val="tx1"/>
                </a:solidFill>
              </a:rPr>
              <a:t>b.</a:t>
            </a:r>
            <a:r>
              <a:rPr lang="en-US" sz="2400" dirty="0">
                <a:solidFill>
                  <a:schemeClr val="tx1"/>
                </a:solidFill>
              </a:rPr>
              <a:t> Explain the architecture of Hadoop. What are the core components of Hadoop and their respective roles in processing and managing data?</a:t>
            </a:r>
          </a:p>
          <a:p>
            <a:endParaRPr lang="en-US" sz="2400" dirty="0">
              <a:solidFill>
                <a:schemeClr val="tx1"/>
              </a:solidFill>
            </a:endParaRPr>
          </a:p>
          <a:p>
            <a:r>
              <a:rPr lang="en-US" sz="2400" b="1" dirty="0">
                <a:solidFill>
                  <a:schemeClr val="tx1"/>
                </a:solidFill>
              </a:rPr>
              <a:t>c.</a:t>
            </a:r>
            <a:r>
              <a:rPr lang="en-US" sz="2400" dirty="0">
                <a:solidFill>
                  <a:schemeClr val="tx1"/>
                </a:solidFill>
              </a:rPr>
              <a:t> Analyze the data processing workflow in Hadoop. How do the core components of Hadoop interact to process large-scale data efficiently? Provide a detailed explanation of the data flow from ingestion to processing.</a:t>
            </a:r>
          </a:p>
        </p:txBody>
      </p:sp>
      <p:sp>
        <p:nvSpPr>
          <p:cNvPr id="10" name="Slide Number Placeholder 9">
            <a:extLst>
              <a:ext uri="{FF2B5EF4-FFF2-40B4-BE49-F238E27FC236}">
                <a16:creationId xmlns:a16="http://schemas.microsoft.com/office/drawing/2014/main" id="{0806E6A1-25CD-3103-3656-E754FF8FFC32}"/>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1541736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280416" y="184076"/>
            <a:ext cx="11631168" cy="713232"/>
          </a:xfrm>
          <a:noFill/>
        </p:spPr>
        <p:txBody>
          <a:bodyPr anchor="b">
            <a:noAutofit/>
          </a:bodyPr>
          <a:lstStyle/>
          <a:p>
            <a:r>
              <a:rPr lang="en-US" sz="4000" dirty="0"/>
              <a:t>a) Key Daemons of Hadoop and Their Functions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280416" y="740664"/>
            <a:ext cx="11631168" cy="868680"/>
          </a:xfrm>
          <a:noFill/>
        </p:spPr>
        <p:txBody>
          <a:bodyPr>
            <a:noAutofit/>
          </a:bodyPr>
          <a:lstStyle/>
          <a:p>
            <a:r>
              <a:rPr lang="en-US" dirty="0"/>
              <a:t>In Hadoop, </a:t>
            </a:r>
            <a:r>
              <a:rPr lang="en-US" b="1" dirty="0"/>
              <a:t>daemons</a:t>
            </a:r>
            <a:r>
              <a:rPr lang="en-US" dirty="0"/>
              <a:t> are background services that manage storage, processing, and resource allocation in the cluster. The main daemons are:</a:t>
            </a:r>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5</a:t>
            </a:fld>
            <a:endParaRPr lang="en-US" dirty="0"/>
          </a:p>
        </p:txBody>
      </p:sp>
      <p:sp>
        <p:nvSpPr>
          <p:cNvPr id="4" name="Content Placeholder 2">
            <a:extLst>
              <a:ext uri="{FF2B5EF4-FFF2-40B4-BE49-F238E27FC236}">
                <a16:creationId xmlns:a16="http://schemas.microsoft.com/office/drawing/2014/main" id="{3E57AC44-B711-E6DF-925A-35A277651325}"/>
              </a:ext>
            </a:extLst>
          </p:cNvPr>
          <p:cNvSpPr txBox="1">
            <a:spLocks/>
          </p:cNvSpPr>
          <p:nvPr/>
        </p:nvSpPr>
        <p:spPr>
          <a:xfrm>
            <a:off x="280416" y="1627632"/>
            <a:ext cx="11631168" cy="2221992"/>
          </a:xfrm>
          <a:prstGeom prst="rect">
            <a:avLst/>
          </a:prstGeom>
          <a:noFill/>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solidFill>
                  <a:schemeClr val="tx1"/>
                </a:solidFill>
              </a:rPr>
              <a:t>1. Name Node (HDFS Master)</a:t>
            </a:r>
          </a:p>
          <a:p>
            <a:r>
              <a:rPr lang="en-IN" b="1" dirty="0">
                <a:solidFill>
                  <a:schemeClr val="tx1"/>
                </a:solidFill>
              </a:rPr>
              <a:t>Role:</a:t>
            </a:r>
            <a:r>
              <a:rPr lang="en-IN" dirty="0">
                <a:solidFill>
                  <a:schemeClr val="tx1"/>
                </a:solidFill>
              </a:rPr>
              <a:t> </a:t>
            </a:r>
            <a:r>
              <a:rPr lang="en-IN" dirty="0"/>
              <a:t>Manages the Hadoop Distributed File System (HDFS).</a:t>
            </a:r>
          </a:p>
          <a:p>
            <a:r>
              <a:rPr lang="en-IN" b="1" dirty="0">
                <a:solidFill>
                  <a:schemeClr val="tx1"/>
                </a:solidFill>
              </a:rPr>
              <a:t>Functions:</a:t>
            </a:r>
            <a:endParaRPr lang="en-IN" dirty="0">
              <a:solidFill>
                <a:schemeClr val="tx1"/>
              </a:solidFill>
            </a:endParaRPr>
          </a:p>
          <a:p>
            <a:pPr lvl="1"/>
            <a:r>
              <a:rPr lang="en-IN" dirty="0"/>
              <a:t>Maintains metadata (file names, block locations).</a:t>
            </a:r>
          </a:p>
          <a:p>
            <a:pPr lvl="1"/>
            <a:r>
              <a:rPr lang="en-IN" dirty="0"/>
              <a:t>Controls access to files.</a:t>
            </a:r>
          </a:p>
          <a:p>
            <a:pPr lvl="1"/>
            <a:r>
              <a:rPr lang="en-IN" dirty="0"/>
              <a:t>Coordinates Data Nodes.</a:t>
            </a:r>
          </a:p>
          <a:p>
            <a:r>
              <a:rPr lang="en-IN" b="1" dirty="0">
                <a:solidFill>
                  <a:schemeClr val="tx1"/>
                </a:solidFill>
              </a:rPr>
              <a:t>Contribution:</a:t>
            </a:r>
            <a:r>
              <a:rPr lang="en-IN" dirty="0">
                <a:solidFill>
                  <a:schemeClr val="tx1"/>
                </a:solidFill>
              </a:rPr>
              <a:t> </a:t>
            </a:r>
            <a:r>
              <a:rPr lang="en-IN" dirty="0"/>
              <a:t>Acts as the brain of HDFS ensuring reliable storage management. </a:t>
            </a:r>
          </a:p>
        </p:txBody>
      </p:sp>
      <p:sp>
        <p:nvSpPr>
          <p:cNvPr id="7" name="Content Placeholder 2">
            <a:extLst>
              <a:ext uri="{FF2B5EF4-FFF2-40B4-BE49-F238E27FC236}">
                <a16:creationId xmlns:a16="http://schemas.microsoft.com/office/drawing/2014/main" id="{5837B484-8E23-7B70-359A-D7BC5B875377}"/>
              </a:ext>
            </a:extLst>
          </p:cNvPr>
          <p:cNvSpPr txBox="1">
            <a:spLocks/>
          </p:cNvSpPr>
          <p:nvPr/>
        </p:nvSpPr>
        <p:spPr>
          <a:xfrm>
            <a:off x="280416" y="4231281"/>
            <a:ext cx="11631168" cy="2221992"/>
          </a:xfrm>
          <a:prstGeom prst="rect">
            <a:avLst/>
          </a:prstGeom>
          <a:noFill/>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solidFill>
                  <a:schemeClr val="tx1"/>
                </a:solidFill>
              </a:rPr>
              <a:t>2. Data Node (HDFS Worker)</a:t>
            </a:r>
          </a:p>
          <a:p>
            <a:r>
              <a:rPr lang="en-IN" b="1" dirty="0">
                <a:solidFill>
                  <a:schemeClr val="tx1"/>
                </a:solidFill>
              </a:rPr>
              <a:t>Role:</a:t>
            </a:r>
            <a:r>
              <a:rPr lang="en-IN" dirty="0">
                <a:solidFill>
                  <a:schemeClr val="tx1"/>
                </a:solidFill>
              </a:rPr>
              <a:t> </a:t>
            </a:r>
            <a:r>
              <a:rPr lang="en-IN" dirty="0"/>
              <a:t>Stores actual data blocks.</a:t>
            </a:r>
          </a:p>
          <a:p>
            <a:r>
              <a:rPr lang="en-IN" b="1" dirty="0">
                <a:solidFill>
                  <a:schemeClr val="tx1"/>
                </a:solidFill>
              </a:rPr>
              <a:t>Functions:</a:t>
            </a:r>
            <a:endParaRPr lang="en-IN" dirty="0">
              <a:solidFill>
                <a:schemeClr val="tx1"/>
              </a:solidFill>
            </a:endParaRPr>
          </a:p>
          <a:p>
            <a:pPr lvl="1"/>
            <a:r>
              <a:rPr lang="en-IN" dirty="0"/>
              <a:t>Reads/writes data as instructed by Name Node.</a:t>
            </a:r>
          </a:p>
          <a:p>
            <a:pPr lvl="1"/>
            <a:r>
              <a:rPr lang="en-IN" dirty="0"/>
              <a:t>Sends heartbeat signals to Name Node.</a:t>
            </a:r>
          </a:p>
          <a:p>
            <a:pPr lvl="1"/>
            <a:r>
              <a:rPr lang="en-IN" dirty="0"/>
              <a:t>Performs block replication.</a:t>
            </a:r>
          </a:p>
          <a:p>
            <a:r>
              <a:rPr lang="en-IN" b="1" dirty="0">
                <a:solidFill>
                  <a:schemeClr val="tx1"/>
                </a:solidFill>
              </a:rPr>
              <a:t>Contribution:</a:t>
            </a:r>
            <a:r>
              <a:rPr lang="en-IN" dirty="0">
                <a:solidFill>
                  <a:schemeClr val="tx1"/>
                </a:solidFill>
              </a:rPr>
              <a:t> </a:t>
            </a:r>
            <a:r>
              <a:rPr lang="en-IN" dirty="0"/>
              <a:t>Provides distributed storage and fault tolerance.</a:t>
            </a:r>
          </a:p>
        </p:txBody>
      </p:sp>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D3490B3C-1EBF-4D88-93F9-9B330AFEBECD}"/>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53CF983C-0B0B-FC74-2916-5B9362921632}"/>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sp>
        <p:nvSpPr>
          <p:cNvPr id="4" name="Content Placeholder 2">
            <a:extLst>
              <a:ext uri="{FF2B5EF4-FFF2-40B4-BE49-F238E27FC236}">
                <a16:creationId xmlns:a16="http://schemas.microsoft.com/office/drawing/2014/main" id="{ACC265F5-A953-3C4B-AD4B-0C25534D7765}"/>
              </a:ext>
            </a:extLst>
          </p:cNvPr>
          <p:cNvSpPr txBox="1">
            <a:spLocks/>
          </p:cNvSpPr>
          <p:nvPr/>
        </p:nvSpPr>
        <p:spPr>
          <a:xfrm>
            <a:off x="2493264" y="283464"/>
            <a:ext cx="9440589" cy="3145536"/>
          </a:xfrm>
          <a:prstGeom prst="rect">
            <a:avLst/>
          </a:prstGeom>
          <a:noFill/>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solidFill>
                  <a:schemeClr val="tx1"/>
                </a:solidFill>
              </a:rPr>
              <a:t>3. Secondary Name Node (Checkpoint Node)</a:t>
            </a:r>
          </a:p>
          <a:p>
            <a:r>
              <a:rPr lang="en-IN" b="1" dirty="0"/>
              <a:t>Role:</a:t>
            </a:r>
            <a:r>
              <a:rPr lang="en-IN" dirty="0"/>
              <a:t> Assists the Name Node.</a:t>
            </a:r>
          </a:p>
          <a:p>
            <a:r>
              <a:rPr lang="en-IN" b="1" dirty="0"/>
              <a:t>Functions:</a:t>
            </a:r>
            <a:endParaRPr lang="en-IN" dirty="0"/>
          </a:p>
          <a:p>
            <a:pPr lvl="1"/>
            <a:r>
              <a:rPr lang="en-IN" sz="2000" dirty="0"/>
              <a:t>Periodically merges FS Image and Edit Log.</a:t>
            </a:r>
          </a:p>
          <a:p>
            <a:pPr lvl="1"/>
            <a:r>
              <a:rPr lang="en-IN" sz="2000" dirty="0"/>
              <a:t>Creates checkpoints.</a:t>
            </a:r>
          </a:p>
          <a:p>
            <a:r>
              <a:rPr lang="en-IN" b="1" dirty="0"/>
              <a:t>Contribution:</a:t>
            </a:r>
            <a:r>
              <a:rPr lang="en-IN" dirty="0"/>
              <a:t> Prevents Name Node metadata from becoming too large </a:t>
            </a:r>
          </a:p>
        </p:txBody>
      </p:sp>
      <p:sp>
        <p:nvSpPr>
          <p:cNvPr id="7" name="Content Placeholder 2">
            <a:extLst>
              <a:ext uri="{FF2B5EF4-FFF2-40B4-BE49-F238E27FC236}">
                <a16:creationId xmlns:a16="http://schemas.microsoft.com/office/drawing/2014/main" id="{9743158A-F657-03D1-5769-EEDCBE973BBF}"/>
              </a:ext>
            </a:extLst>
          </p:cNvPr>
          <p:cNvSpPr txBox="1">
            <a:spLocks/>
          </p:cNvSpPr>
          <p:nvPr/>
        </p:nvSpPr>
        <p:spPr>
          <a:xfrm>
            <a:off x="2493264" y="3239157"/>
            <a:ext cx="9440589" cy="3438144"/>
          </a:xfrm>
          <a:prstGeom prst="rect">
            <a:avLst/>
          </a:prstGeom>
          <a:noFill/>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tx1"/>
                </a:solidFill>
              </a:rPr>
              <a:t>4. Resource Manager (YARN Master)</a:t>
            </a:r>
          </a:p>
          <a:p>
            <a:r>
              <a:rPr lang="en-US" b="1" dirty="0"/>
              <a:t>Role:</a:t>
            </a:r>
            <a:r>
              <a:rPr lang="en-US" dirty="0"/>
              <a:t> Manages cluster resources.</a:t>
            </a:r>
          </a:p>
          <a:p>
            <a:r>
              <a:rPr lang="en-US" b="1" dirty="0"/>
              <a:t>Functions:</a:t>
            </a:r>
            <a:endParaRPr lang="en-US" dirty="0"/>
          </a:p>
          <a:p>
            <a:pPr lvl="1"/>
            <a:r>
              <a:rPr lang="en-US" sz="2000" dirty="0"/>
              <a:t>Allocates CPU and memory to applications.</a:t>
            </a:r>
          </a:p>
          <a:p>
            <a:pPr lvl="1"/>
            <a:r>
              <a:rPr lang="en-US" sz="2000" dirty="0"/>
              <a:t>Schedules jobs.</a:t>
            </a:r>
          </a:p>
          <a:p>
            <a:r>
              <a:rPr lang="en-US" b="1" dirty="0"/>
              <a:t>Contribution:</a:t>
            </a:r>
            <a:r>
              <a:rPr lang="en-US" dirty="0"/>
              <a:t> Ensures efficient resource utilization.</a:t>
            </a:r>
          </a:p>
        </p:txBody>
      </p:sp>
    </p:spTree>
    <p:extLst>
      <p:ext uri="{BB962C8B-B14F-4D97-AF65-F5344CB8AC3E}">
        <p14:creationId xmlns:p14="http://schemas.microsoft.com/office/powerpoint/2010/main" val="1394153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06B4D106-5AE5-51BA-018D-F29FF4B1F786}"/>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EED3D4A3-9830-308A-301F-88B5118F59BB}"/>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
        <p:nvSpPr>
          <p:cNvPr id="4" name="Content Placeholder 2">
            <a:extLst>
              <a:ext uri="{FF2B5EF4-FFF2-40B4-BE49-F238E27FC236}">
                <a16:creationId xmlns:a16="http://schemas.microsoft.com/office/drawing/2014/main" id="{E542B8B2-0B31-7615-BAC4-0D8981DF6EF4}"/>
              </a:ext>
            </a:extLst>
          </p:cNvPr>
          <p:cNvSpPr txBox="1">
            <a:spLocks/>
          </p:cNvSpPr>
          <p:nvPr/>
        </p:nvSpPr>
        <p:spPr>
          <a:xfrm>
            <a:off x="2997117" y="688972"/>
            <a:ext cx="11631168" cy="2898648"/>
          </a:xfrm>
          <a:prstGeom prst="rect">
            <a:avLst/>
          </a:prstGeom>
          <a:noFill/>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5. </a:t>
            </a:r>
            <a:r>
              <a:rPr lang="en-US" b="1" dirty="0">
                <a:solidFill>
                  <a:schemeClr val="tx1"/>
                </a:solidFill>
              </a:rPr>
              <a:t>Node Manager (YARN Worker)</a:t>
            </a:r>
          </a:p>
          <a:p>
            <a:r>
              <a:rPr lang="en-US" b="1" dirty="0"/>
              <a:t>Role:</a:t>
            </a:r>
            <a:r>
              <a:rPr lang="en-US" dirty="0"/>
              <a:t> Runs on each worker node.</a:t>
            </a:r>
          </a:p>
          <a:p>
            <a:r>
              <a:rPr lang="en-US" b="1" dirty="0"/>
              <a:t>Functions:</a:t>
            </a:r>
            <a:endParaRPr lang="en-US" dirty="0"/>
          </a:p>
          <a:p>
            <a:pPr lvl="1"/>
            <a:r>
              <a:rPr lang="en-US" dirty="0"/>
              <a:t>Manages containers.</a:t>
            </a:r>
          </a:p>
          <a:p>
            <a:pPr lvl="1"/>
            <a:r>
              <a:rPr lang="en-US" dirty="0"/>
              <a:t>Monitors resource usage.</a:t>
            </a:r>
          </a:p>
          <a:p>
            <a:pPr lvl="1"/>
            <a:r>
              <a:rPr lang="en-US" dirty="0"/>
              <a:t>Reports to Resource Manager.</a:t>
            </a:r>
          </a:p>
          <a:p>
            <a:r>
              <a:rPr lang="en-US" b="1" dirty="0"/>
              <a:t>Contribution:</a:t>
            </a:r>
            <a:r>
              <a:rPr lang="en-US" dirty="0"/>
              <a:t> Executes tasks on individual nodes.</a:t>
            </a:r>
          </a:p>
        </p:txBody>
      </p:sp>
      <p:sp>
        <p:nvSpPr>
          <p:cNvPr id="7" name="Content Placeholder 2">
            <a:extLst>
              <a:ext uri="{FF2B5EF4-FFF2-40B4-BE49-F238E27FC236}">
                <a16:creationId xmlns:a16="http://schemas.microsoft.com/office/drawing/2014/main" id="{3CED6DFC-B963-5FE3-41E3-80D027158009}"/>
              </a:ext>
            </a:extLst>
          </p:cNvPr>
          <p:cNvSpPr txBox="1">
            <a:spLocks/>
          </p:cNvSpPr>
          <p:nvPr/>
        </p:nvSpPr>
        <p:spPr>
          <a:xfrm>
            <a:off x="3133344" y="3276929"/>
            <a:ext cx="11631168" cy="3438144"/>
          </a:xfrm>
          <a:prstGeom prst="rect">
            <a:avLst/>
          </a:prstGeom>
          <a:noFill/>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tx1"/>
                </a:solidFill>
              </a:rPr>
              <a:t>6. Application Master</a:t>
            </a:r>
          </a:p>
          <a:p>
            <a:r>
              <a:rPr lang="en-US" b="1" dirty="0"/>
              <a:t>Role:</a:t>
            </a:r>
            <a:r>
              <a:rPr lang="en-US" dirty="0"/>
              <a:t> Manages a specific application/job.</a:t>
            </a:r>
          </a:p>
          <a:p>
            <a:r>
              <a:rPr lang="en-US" b="1" dirty="0"/>
              <a:t>Functions:</a:t>
            </a:r>
            <a:endParaRPr lang="en-US" dirty="0"/>
          </a:p>
          <a:p>
            <a:pPr lvl="1"/>
            <a:r>
              <a:rPr lang="en-US" dirty="0"/>
              <a:t>Negotiates resources with Resource Manager.</a:t>
            </a:r>
          </a:p>
          <a:p>
            <a:pPr lvl="1"/>
            <a:r>
              <a:rPr lang="en-US" dirty="0"/>
              <a:t>Coordinates tasks on Node Managers.</a:t>
            </a:r>
          </a:p>
          <a:p>
            <a:r>
              <a:rPr lang="en-US" b="1" dirty="0"/>
              <a:t>Contribution:</a:t>
            </a:r>
            <a:r>
              <a:rPr lang="en-US" dirty="0"/>
              <a:t> Controls job execution lifecycle.</a:t>
            </a:r>
          </a:p>
        </p:txBody>
      </p:sp>
    </p:spTree>
    <p:extLst>
      <p:ext uri="{BB962C8B-B14F-4D97-AF65-F5344CB8AC3E}">
        <p14:creationId xmlns:p14="http://schemas.microsoft.com/office/powerpoint/2010/main" val="130123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30628" y="1"/>
            <a:ext cx="11756572" cy="914400"/>
          </a:xfrm>
          <a:noFill/>
        </p:spPr>
        <p:txBody>
          <a:bodyPr>
            <a:noAutofit/>
          </a:bodyPr>
          <a:lstStyle/>
          <a:p>
            <a:r>
              <a:rPr lang="en-US" sz="4400" dirty="0"/>
              <a:t>b) Hadoop Architecture and Core Components</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435429" y="1129005"/>
            <a:ext cx="11756571" cy="914400"/>
          </a:xfrm>
          <a:noFill/>
        </p:spPr>
        <p:txBody>
          <a:bodyPr>
            <a:noAutofit/>
          </a:bodyPr>
          <a:lstStyle/>
          <a:p>
            <a:pPr algn="l"/>
            <a:r>
              <a:rPr lang="en-US" sz="2000" dirty="0">
                <a:solidFill>
                  <a:schemeClr val="tx1"/>
                </a:solidFill>
              </a:rPr>
              <a:t>Hadoop follows a </a:t>
            </a:r>
            <a:r>
              <a:rPr lang="en-US" sz="2000" b="1" dirty="0">
                <a:solidFill>
                  <a:schemeClr val="tx1"/>
                </a:solidFill>
              </a:rPr>
              <a:t>master–slave architecture</a:t>
            </a:r>
            <a:r>
              <a:rPr lang="en-US" sz="2000" dirty="0">
                <a:solidFill>
                  <a:schemeClr val="tx1"/>
                </a:solidFill>
              </a:rPr>
              <a:t> designed for distributed storage and parallel processing.</a:t>
            </a:r>
          </a:p>
        </p:txBody>
      </p:sp>
      <p:pic>
        <p:nvPicPr>
          <p:cNvPr id="4" name="Picture 3">
            <a:extLst>
              <a:ext uri="{FF2B5EF4-FFF2-40B4-BE49-F238E27FC236}">
                <a16:creationId xmlns:a16="http://schemas.microsoft.com/office/drawing/2014/main" id="{BB21B8C6-963D-72A3-0BAC-7AB6B91C06F7}"/>
              </a:ext>
            </a:extLst>
          </p:cNvPr>
          <p:cNvPicPr>
            <a:picLocks noChangeAspect="1" noChangeArrowheads="1"/>
          </p:cNvPicPr>
          <p:nvPr/>
        </p:nvPicPr>
        <p:blipFill>
          <a:blip r:embed="rId2" cstate="print"/>
          <a:srcRect/>
          <a:stretch>
            <a:fillRect/>
          </a:stretch>
        </p:blipFill>
        <p:spPr bwMode="auto">
          <a:xfrm>
            <a:off x="0" y="1899155"/>
            <a:ext cx="12192000" cy="4926562"/>
          </a:xfrm>
          <a:prstGeom prst="rect">
            <a:avLst/>
          </a:prstGeom>
          <a:noFill/>
          <a:ln w="9525">
            <a:noFill/>
            <a:miter lim="800000"/>
            <a:headEnd/>
            <a:tailEnd/>
          </a:ln>
        </p:spPr>
      </p:pic>
    </p:spTree>
    <p:extLst>
      <p:ext uri="{BB962C8B-B14F-4D97-AF65-F5344CB8AC3E}">
        <p14:creationId xmlns:p14="http://schemas.microsoft.com/office/powerpoint/2010/main" val="1371737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93192" y="283464"/>
            <a:ext cx="11247120" cy="676656"/>
          </a:xfrm>
          <a:noFill/>
        </p:spPr>
        <p:txBody>
          <a:bodyPr>
            <a:noAutofit/>
          </a:bodyPr>
          <a:lstStyle/>
          <a:p>
            <a:pPr algn="ctr"/>
            <a:r>
              <a:rPr lang="en-US" dirty="0"/>
              <a:t>Core Components</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524258" y="1417321"/>
            <a:ext cx="5934456" cy="4334256"/>
          </a:xfrm>
          <a:noFill/>
        </p:spPr>
        <p:txBody>
          <a:bodyPr vert="horz" lIns="91440" tIns="45720" rIns="91440" bIns="45720" rtlCol="0" anchor="t">
            <a:noAutofit/>
          </a:bodyPr>
          <a:lstStyle/>
          <a:p>
            <a:r>
              <a:rPr lang="en-IN" b="1" dirty="0"/>
              <a:t>1. HDFS (Hadoop Distributed File System)</a:t>
            </a:r>
          </a:p>
          <a:p>
            <a:r>
              <a:rPr lang="en-IN" b="1" dirty="0">
                <a:solidFill>
                  <a:schemeClr val="tx1"/>
                </a:solidFill>
              </a:rPr>
              <a:t>Purpose:</a:t>
            </a:r>
            <a:r>
              <a:rPr lang="en-IN" dirty="0">
                <a:solidFill>
                  <a:schemeClr val="tx1"/>
                </a:solidFill>
              </a:rPr>
              <a:t> </a:t>
            </a:r>
            <a:r>
              <a:rPr lang="en-IN" dirty="0"/>
              <a:t>Distributed storage.</a:t>
            </a:r>
          </a:p>
          <a:p>
            <a:r>
              <a:rPr lang="en-IN" b="1" dirty="0">
                <a:solidFill>
                  <a:schemeClr val="tx1"/>
                </a:solidFill>
              </a:rPr>
              <a:t>Features:</a:t>
            </a:r>
            <a:endParaRPr lang="en-IN" dirty="0">
              <a:solidFill>
                <a:schemeClr val="tx1"/>
              </a:solidFill>
            </a:endParaRPr>
          </a:p>
          <a:p>
            <a:r>
              <a:rPr lang="en-IN" dirty="0"/>
              <a:t>Splits files into blocks.</a:t>
            </a:r>
          </a:p>
          <a:p>
            <a:r>
              <a:rPr lang="en-IN" dirty="0"/>
              <a:t>Replicates blocks across nodes.</a:t>
            </a:r>
          </a:p>
          <a:p>
            <a:r>
              <a:rPr lang="en-IN" dirty="0"/>
              <a:t>Fault tolerant.</a:t>
            </a:r>
          </a:p>
          <a:p>
            <a:r>
              <a:rPr lang="en-IN" b="1" dirty="0">
                <a:solidFill>
                  <a:schemeClr val="tx1"/>
                </a:solidFill>
              </a:rPr>
              <a:t>Main Parts:</a:t>
            </a:r>
            <a:endParaRPr lang="en-IN" dirty="0">
              <a:solidFill>
                <a:schemeClr val="tx1"/>
              </a:solidFill>
            </a:endParaRPr>
          </a:p>
          <a:p>
            <a:pPr marL="342900" indent="-342900">
              <a:buFont typeface="Arial" panose="020B0604020202020204" pitchFamily="34" charset="0"/>
              <a:buChar char="•"/>
            </a:pPr>
            <a:r>
              <a:rPr lang="en-IN" dirty="0"/>
              <a:t>Name Node</a:t>
            </a:r>
          </a:p>
          <a:p>
            <a:pPr marL="342900" indent="-342900">
              <a:buFont typeface="Arial" panose="020B0604020202020204" pitchFamily="34" charset="0"/>
              <a:buChar char="•"/>
            </a:pPr>
            <a:r>
              <a:rPr lang="en-IN" dirty="0"/>
              <a:t>Data Node</a:t>
            </a:r>
          </a:p>
          <a:p>
            <a:pPr marL="342900" indent="-342900">
              <a:buFont typeface="Arial" panose="020B0604020202020204" pitchFamily="34" charset="0"/>
              <a:buChar char="•"/>
            </a:pPr>
            <a:r>
              <a:rPr lang="en-IN" dirty="0"/>
              <a:t>Secondary Name Node</a:t>
            </a:r>
          </a:p>
          <a:p>
            <a:r>
              <a:rPr lang="en-IN" b="1" dirty="0">
                <a:solidFill>
                  <a:schemeClr val="tx1"/>
                </a:solidFill>
              </a:rPr>
              <a:t>Role:</a:t>
            </a:r>
            <a:r>
              <a:rPr lang="en-IN" dirty="0">
                <a:solidFill>
                  <a:schemeClr val="tx1"/>
                </a:solidFill>
              </a:rPr>
              <a:t> </a:t>
            </a:r>
            <a:r>
              <a:rPr lang="en-IN" dirty="0"/>
              <a:t>Stores massive datasets reliably.</a:t>
            </a:r>
          </a:p>
        </p:txBody>
      </p:sp>
      <p:sp>
        <p:nvSpPr>
          <p:cNvPr id="4" name="Content Placeholder 3">
            <a:extLst>
              <a:ext uri="{FF2B5EF4-FFF2-40B4-BE49-F238E27FC236}">
                <a16:creationId xmlns:a16="http://schemas.microsoft.com/office/drawing/2014/main" id="{D97126AE-AE4A-97A5-21F5-E5ACF7E0605F}"/>
              </a:ext>
            </a:extLst>
          </p:cNvPr>
          <p:cNvSpPr>
            <a:spLocks noGrp="1"/>
          </p:cNvSpPr>
          <p:nvPr>
            <p:ph idx="13"/>
          </p:nvPr>
        </p:nvSpPr>
        <p:spPr>
          <a:xfrm>
            <a:off x="6458714" y="1559052"/>
            <a:ext cx="5455918" cy="3739895"/>
          </a:xfrm>
          <a:noFill/>
        </p:spPr>
        <p:txBody>
          <a:bodyPr vert="horz" lIns="91440" tIns="45720" rIns="91440" bIns="45720" rtlCol="0" anchor="t">
            <a:normAutofit/>
          </a:bodyPr>
          <a:lstStyle/>
          <a:p>
            <a:r>
              <a:rPr lang="en-US" b="1" dirty="0"/>
              <a:t>2. YARN (Yet Another Resource Negotiator)</a:t>
            </a:r>
          </a:p>
          <a:p>
            <a:r>
              <a:rPr lang="en-US" b="1" dirty="0">
                <a:solidFill>
                  <a:srgbClr val="0D1D51"/>
                </a:solidFill>
              </a:rPr>
              <a:t>Purpose:</a:t>
            </a:r>
            <a:r>
              <a:rPr lang="en-US" dirty="0">
                <a:solidFill>
                  <a:srgbClr val="0D1D51"/>
                </a:solidFill>
              </a:rPr>
              <a:t> </a:t>
            </a:r>
            <a:r>
              <a:rPr lang="en-US" dirty="0"/>
              <a:t>Resource management and job scheduling.</a:t>
            </a:r>
          </a:p>
          <a:p>
            <a:r>
              <a:rPr lang="en-US" b="1" dirty="0">
                <a:solidFill>
                  <a:srgbClr val="0D1D51"/>
                </a:solidFill>
              </a:rPr>
              <a:t>Components:</a:t>
            </a:r>
            <a:endParaRPr lang="en-US" dirty="0">
              <a:solidFill>
                <a:srgbClr val="0D1D51"/>
              </a:solidFill>
            </a:endParaRPr>
          </a:p>
          <a:p>
            <a:pPr marL="342900" indent="-342900">
              <a:buFont typeface="Arial" panose="020B0604020202020204" pitchFamily="34" charset="0"/>
              <a:buChar char="•"/>
            </a:pPr>
            <a:r>
              <a:rPr lang="en-US" dirty="0"/>
              <a:t>Resource Manager</a:t>
            </a:r>
          </a:p>
          <a:p>
            <a:pPr marL="342900" indent="-342900">
              <a:buFont typeface="Arial" panose="020B0604020202020204" pitchFamily="34" charset="0"/>
              <a:buChar char="•"/>
            </a:pPr>
            <a:r>
              <a:rPr lang="en-US" dirty="0"/>
              <a:t>Node Manager</a:t>
            </a:r>
          </a:p>
          <a:p>
            <a:pPr marL="342900" indent="-342900">
              <a:buFont typeface="Arial" panose="020B0604020202020204" pitchFamily="34" charset="0"/>
              <a:buChar char="•"/>
            </a:pPr>
            <a:r>
              <a:rPr lang="en-US" dirty="0"/>
              <a:t>Application Master</a:t>
            </a:r>
          </a:p>
          <a:p>
            <a:pPr marL="342900" indent="-342900">
              <a:buFont typeface="Arial" panose="020B0604020202020204" pitchFamily="34" charset="0"/>
              <a:buChar char="•"/>
            </a:pPr>
            <a:r>
              <a:rPr lang="en-US" dirty="0"/>
              <a:t>Containers</a:t>
            </a:r>
          </a:p>
          <a:p>
            <a:r>
              <a:rPr lang="en-US" b="1" dirty="0">
                <a:solidFill>
                  <a:srgbClr val="0D1D51"/>
                </a:solidFill>
              </a:rPr>
              <a:t>Role:</a:t>
            </a:r>
            <a:r>
              <a:rPr lang="en-US" dirty="0">
                <a:solidFill>
                  <a:srgbClr val="0D1D51"/>
                </a:solidFill>
              </a:rPr>
              <a:t> </a:t>
            </a:r>
            <a:r>
              <a:rPr lang="en-US" dirty="0"/>
              <a:t>Allocates cluster resources efficiently.</a:t>
            </a:r>
          </a:p>
        </p:txBody>
      </p:sp>
      <p:sp>
        <p:nvSpPr>
          <p:cNvPr id="13" name="Slide Number Placeholder 12">
            <a:extLst>
              <a:ext uri="{FF2B5EF4-FFF2-40B4-BE49-F238E27FC236}">
                <a16:creationId xmlns:a16="http://schemas.microsoft.com/office/drawing/2014/main" id="{9F61F934-8535-E086-C153-D48E49B98B6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Tree>
    <p:extLst>
      <p:ext uri="{BB962C8B-B14F-4D97-AF65-F5344CB8AC3E}">
        <p14:creationId xmlns:p14="http://schemas.microsoft.com/office/powerpoint/2010/main" val="1210802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215CE58D-2739-522B-7C3A-6A7C985360C0}"/>
              </a:ext>
            </a:extLst>
          </p:cNvPr>
          <p:cNvSpPr>
            <a:spLocks noGrp="1"/>
          </p:cNvSpPr>
          <p:nvPr>
            <p:ph idx="1"/>
          </p:nvPr>
        </p:nvSpPr>
        <p:spPr>
          <a:xfrm>
            <a:off x="246888" y="941831"/>
            <a:ext cx="5849112" cy="5621169"/>
          </a:xfrm>
          <a:noFill/>
        </p:spPr>
        <p:txBody>
          <a:bodyPr vert="horz" lIns="91440" tIns="45720" rIns="91440" bIns="45720" rtlCol="0" anchor="t">
            <a:normAutofit/>
          </a:bodyPr>
          <a:lstStyle/>
          <a:p>
            <a:r>
              <a:rPr lang="en-IN" sz="2400" b="1" dirty="0"/>
              <a:t>3. MapReduce</a:t>
            </a:r>
          </a:p>
          <a:p>
            <a:r>
              <a:rPr lang="en-IN" sz="2400" b="1" dirty="0">
                <a:solidFill>
                  <a:schemeClr val="tx1"/>
                </a:solidFill>
              </a:rPr>
              <a:t>Purpose:</a:t>
            </a:r>
            <a:r>
              <a:rPr lang="en-IN" sz="2400" dirty="0">
                <a:solidFill>
                  <a:schemeClr val="tx1"/>
                </a:solidFill>
              </a:rPr>
              <a:t> </a:t>
            </a:r>
            <a:r>
              <a:rPr lang="en-IN" sz="2400" dirty="0"/>
              <a:t>Parallel data processing model.</a:t>
            </a:r>
          </a:p>
          <a:p>
            <a:endParaRPr lang="en-IN" sz="2400" dirty="0"/>
          </a:p>
          <a:p>
            <a:r>
              <a:rPr lang="en-IN" sz="2400" b="1" dirty="0">
                <a:solidFill>
                  <a:schemeClr val="tx1"/>
                </a:solidFill>
              </a:rPr>
              <a:t>Phases:</a:t>
            </a:r>
            <a:endParaRPr lang="en-IN" sz="2400" dirty="0">
              <a:solidFill>
                <a:schemeClr val="tx1"/>
              </a:solidFill>
            </a:endParaRPr>
          </a:p>
          <a:p>
            <a:r>
              <a:rPr lang="en-IN" sz="2400" dirty="0">
                <a:solidFill>
                  <a:srgbClr val="0D1D51"/>
                </a:solidFill>
              </a:rPr>
              <a:t>Map phase → processes input data</a:t>
            </a:r>
          </a:p>
          <a:p>
            <a:r>
              <a:rPr lang="en-IN" sz="2400" dirty="0">
                <a:solidFill>
                  <a:srgbClr val="0D1D51"/>
                </a:solidFill>
              </a:rPr>
              <a:t>Shuffle &amp; Sort → groups intermediate data</a:t>
            </a:r>
          </a:p>
          <a:p>
            <a:r>
              <a:rPr lang="en-IN" sz="2400" dirty="0">
                <a:solidFill>
                  <a:srgbClr val="0D1D51"/>
                </a:solidFill>
              </a:rPr>
              <a:t>Reduce phase → produces final output</a:t>
            </a:r>
          </a:p>
          <a:p>
            <a:endParaRPr lang="en-IN" sz="2400" dirty="0"/>
          </a:p>
          <a:p>
            <a:r>
              <a:rPr lang="en-IN" sz="2400" b="1" dirty="0">
                <a:solidFill>
                  <a:srgbClr val="0D1D51"/>
                </a:solidFill>
              </a:rPr>
              <a:t>Role:</a:t>
            </a:r>
            <a:r>
              <a:rPr lang="en-IN" sz="2400" dirty="0">
                <a:solidFill>
                  <a:srgbClr val="0D1D51"/>
                </a:solidFill>
              </a:rPr>
              <a:t> </a:t>
            </a:r>
            <a:r>
              <a:rPr lang="en-IN" sz="2400" dirty="0"/>
              <a:t>Performs large-scale data computation.</a:t>
            </a:r>
          </a:p>
        </p:txBody>
      </p:sp>
      <p:sp>
        <p:nvSpPr>
          <p:cNvPr id="9" name="Slide Number Placeholder 8">
            <a:extLst>
              <a:ext uri="{FF2B5EF4-FFF2-40B4-BE49-F238E27FC236}">
                <a16:creationId xmlns:a16="http://schemas.microsoft.com/office/drawing/2014/main" id="{DAF3F922-669F-7D93-0C1C-D5B16E3975BF}"/>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sp>
        <p:nvSpPr>
          <p:cNvPr id="10" name="Content Placeholder 7">
            <a:extLst>
              <a:ext uri="{FF2B5EF4-FFF2-40B4-BE49-F238E27FC236}">
                <a16:creationId xmlns:a16="http://schemas.microsoft.com/office/drawing/2014/main" id="{448D072F-BF16-216C-C975-E122E6F9FA9B}"/>
              </a:ext>
            </a:extLst>
          </p:cNvPr>
          <p:cNvSpPr txBox="1">
            <a:spLocks/>
          </p:cNvSpPr>
          <p:nvPr/>
        </p:nvSpPr>
        <p:spPr>
          <a:xfrm>
            <a:off x="6096000" y="932687"/>
            <a:ext cx="5782056" cy="5621169"/>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4. Hadoop Common</a:t>
            </a:r>
          </a:p>
          <a:p>
            <a:r>
              <a:rPr lang="en-US" sz="2400" b="1" dirty="0">
                <a:solidFill>
                  <a:srgbClr val="0D1D51"/>
                </a:solidFill>
              </a:rPr>
              <a:t>Purpose:</a:t>
            </a:r>
            <a:r>
              <a:rPr lang="en-US" sz="2400" dirty="0">
                <a:solidFill>
                  <a:srgbClr val="0D1D51"/>
                </a:solidFill>
              </a:rPr>
              <a:t> </a:t>
            </a:r>
            <a:r>
              <a:rPr lang="en-US" sz="2400" dirty="0"/>
              <a:t>Provides utilities and libraries.</a:t>
            </a:r>
          </a:p>
          <a:p>
            <a:endParaRPr lang="en-US" sz="2400" dirty="0"/>
          </a:p>
          <a:p>
            <a:r>
              <a:rPr lang="en-US" sz="2400" b="1" dirty="0">
                <a:solidFill>
                  <a:srgbClr val="0D1D51"/>
                </a:solidFill>
              </a:rPr>
              <a:t>Includes:</a:t>
            </a:r>
            <a:endParaRPr lang="en-US" sz="2400" dirty="0">
              <a:solidFill>
                <a:srgbClr val="0D1D51"/>
              </a:solidFill>
            </a:endParaRPr>
          </a:p>
          <a:p>
            <a:pPr marL="342900" indent="-342900">
              <a:buFont typeface="Arial" panose="020B0604020202020204" pitchFamily="34" charset="0"/>
              <a:buChar char="•"/>
            </a:pPr>
            <a:r>
              <a:rPr lang="en-US" sz="2400" dirty="0"/>
              <a:t>Java libraries</a:t>
            </a:r>
          </a:p>
          <a:p>
            <a:pPr marL="342900" indent="-342900">
              <a:buFont typeface="Arial" panose="020B0604020202020204" pitchFamily="34" charset="0"/>
              <a:buChar char="•"/>
            </a:pPr>
            <a:r>
              <a:rPr lang="en-US" sz="2400" dirty="0"/>
              <a:t>Configuration files</a:t>
            </a:r>
          </a:p>
          <a:p>
            <a:pPr marL="342900" indent="-342900">
              <a:buFont typeface="Arial" panose="020B0604020202020204" pitchFamily="34" charset="0"/>
              <a:buChar char="•"/>
            </a:pPr>
            <a:r>
              <a:rPr lang="en-US" sz="2400" dirty="0"/>
              <a:t>Scripts</a:t>
            </a:r>
          </a:p>
          <a:p>
            <a:endParaRPr lang="en-US" sz="2400" dirty="0"/>
          </a:p>
          <a:p>
            <a:r>
              <a:rPr lang="en-US" sz="2400" b="1" dirty="0">
                <a:solidFill>
                  <a:srgbClr val="0D1D51"/>
                </a:solidFill>
              </a:rPr>
              <a:t>Role:</a:t>
            </a:r>
            <a:r>
              <a:rPr lang="en-US" sz="2400" dirty="0">
                <a:solidFill>
                  <a:srgbClr val="0D1D51"/>
                </a:solidFill>
              </a:rPr>
              <a:t> </a:t>
            </a:r>
            <a:r>
              <a:rPr lang="en-US" sz="2400" dirty="0"/>
              <a:t>Supports all Hadoop modules.</a:t>
            </a:r>
          </a:p>
        </p:txBody>
      </p:sp>
    </p:spTree>
    <p:extLst>
      <p:ext uri="{BB962C8B-B14F-4D97-AF65-F5344CB8AC3E}">
        <p14:creationId xmlns:p14="http://schemas.microsoft.com/office/powerpoint/2010/main" val="425997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560576" y="505311"/>
            <a:ext cx="11704320" cy="841248"/>
          </a:xfrm>
          <a:noFill/>
        </p:spPr>
        <p:txBody>
          <a:bodyPr>
            <a:noAutofit/>
          </a:bodyPr>
          <a:lstStyle/>
          <a:p>
            <a:r>
              <a:rPr lang="en-US" dirty="0"/>
              <a:t>c) Data Processing Workflow in Hadoop</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2252736" y="1465431"/>
            <a:ext cx="8857224" cy="3429000"/>
          </a:xfrm>
          <a:noFill/>
        </p:spPr>
        <p:txBody>
          <a:bodyPr vert="horz" lIns="91440" tIns="45720" rIns="91440" bIns="45720" rtlCol="0" anchor="t">
            <a:noAutofit/>
          </a:bodyPr>
          <a:lstStyle/>
          <a:p>
            <a:r>
              <a:rPr lang="en-IN" sz="2400" b="1" dirty="0">
                <a:solidFill>
                  <a:schemeClr val="tx1"/>
                </a:solidFill>
              </a:rPr>
              <a:t>Step 1: Data Ingestion</a:t>
            </a:r>
          </a:p>
          <a:p>
            <a:r>
              <a:rPr lang="en-IN" sz="2400" dirty="0"/>
              <a:t>Data enters Hadoop via:</a:t>
            </a:r>
          </a:p>
          <a:p>
            <a:pPr lvl="1"/>
            <a:r>
              <a:rPr lang="en-IN" sz="2400" dirty="0"/>
              <a:t>Flume</a:t>
            </a:r>
          </a:p>
          <a:p>
            <a:pPr lvl="1"/>
            <a:r>
              <a:rPr lang="en-IN" sz="2400" dirty="0"/>
              <a:t>Sqoop</a:t>
            </a:r>
          </a:p>
          <a:p>
            <a:pPr lvl="1"/>
            <a:r>
              <a:rPr lang="en-IN" sz="2400" dirty="0"/>
              <a:t>Kafka</a:t>
            </a:r>
          </a:p>
          <a:p>
            <a:pPr lvl="1"/>
            <a:r>
              <a:rPr lang="en-IN" sz="2400" dirty="0"/>
              <a:t>Direct upload to HDFS</a:t>
            </a:r>
          </a:p>
          <a:p>
            <a:r>
              <a:rPr lang="en-IN" sz="2400" dirty="0"/>
              <a:t>Files are split into blocks (default: 128 MB).</a:t>
            </a:r>
          </a:p>
          <a:p>
            <a:r>
              <a:rPr lang="en-IN" sz="2400" dirty="0"/>
              <a:t>Blocks are replicated (default replication factor: 3).</a:t>
            </a:r>
          </a:p>
          <a:p>
            <a:r>
              <a:rPr lang="en-IN" sz="2400" b="1" dirty="0">
                <a:solidFill>
                  <a:schemeClr val="tx1"/>
                </a:solidFill>
              </a:rPr>
              <a:t>Result</a:t>
            </a:r>
            <a:r>
              <a:rPr lang="en-IN" sz="2400" b="1" dirty="0"/>
              <a:t>:</a:t>
            </a:r>
            <a:r>
              <a:rPr lang="en-IN" sz="2400" dirty="0"/>
              <a:t> Data safely stored in HDFS.</a:t>
            </a: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11</a:t>
            </a:fld>
            <a:endParaRPr lang="en-US" dirty="0"/>
          </a:p>
        </p:txBody>
      </p:sp>
    </p:spTree>
    <p:extLst>
      <p:ext uri="{BB962C8B-B14F-4D97-AF65-F5344CB8AC3E}">
        <p14:creationId xmlns:p14="http://schemas.microsoft.com/office/powerpoint/2010/main" val="729609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492DC350-FD85-0236-1EA0-78523CD5ED0E}"/>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52CF36A-81E0-7A8A-B163-10F621AC7EE5}"/>
              </a:ext>
            </a:extLst>
          </p:cNvPr>
          <p:cNvSpPr>
            <a:spLocks noGrp="1"/>
          </p:cNvSpPr>
          <p:nvPr>
            <p:ph idx="1"/>
          </p:nvPr>
        </p:nvSpPr>
        <p:spPr>
          <a:xfrm>
            <a:off x="289560" y="566928"/>
            <a:ext cx="5876544" cy="2340864"/>
          </a:xfrm>
          <a:noFill/>
        </p:spPr>
        <p:txBody>
          <a:bodyPr vert="horz" lIns="91440" tIns="45720" rIns="91440" bIns="45720" rtlCol="0" anchor="t">
            <a:normAutofit/>
          </a:bodyPr>
          <a:lstStyle/>
          <a:p>
            <a:r>
              <a:rPr lang="en-US" b="1" dirty="0"/>
              <a:t>Step 2: </a:t>
            </a:r>
            <a:r>
              <a:rPr lang="en-US" b="1" dirty="0">
                <a:solidFill>
                  <a:schemeClr val="tx1"/>
                </a:solidFill>
              </a:rPr>
              <a:t>Metadata Management</a:t>
            </a:r>
          </a:p>
          <a:p>
            <a:r>
              <a:rPr lang="en-US" dirty="0"/>
              <a:t>Name Node records:</a:t>
            </a:r>
          </a:p>
          <a:p>
            <a:pPr lvl="1"/>
            <a:r>
              <a:rPr lang="en-US" sz="2000" dirty="0"/>
              <a:t>File names</a:t>
            </a:r>
          </a:p>
          <a:p>
            <a:pPr lvl="1"/>
            <a:r>
              <a:rPr lang="en-US" sz="2000" dirty="0"/>
              <a:t>Block locations</a:t>
            </a:r>
          </a:p>
          <a:p>
            <a:pPr lvl="1"/>
            <a:r>
              <a:rPr lang="en-US" sz="2000" dirty="0"/>
              <a:t>Replication info</a:t>
            </a:r>
          </a:p>
          <a:p>
            <a:r>
              <a:rPr lang="en-US" dirty="0"/>
              <a:t> </a:t>
            </a:r>
            <a:r>
              <a:rPr lang="en-US" b="1" dirty="0">
                <a:solidFill>
                  <a:schemeClr val="tx1"/>
                </a:solidFill>
              </a:rPr>
              <a:t>Result:</a:t>
            </a:r>
            <a:r>
              <a:rPr lang="en-US" dirty="0">
                <a:solidFill>
                  <a:schemeClr val="tx1"/>
                </a:solidFill>
              </a:rPr>
              <a:t> </a:t>
            </a:r>
            <a:r>
              <a:rPr lang="en-US" dirty="0"/>
              <a:t>Cluster knows where data resides.</a:t>
            </a:r>
          </a:p>
        </p:txBody>
      </p:sp>
      <p:sp>
        <p:nvSpPr>
          <p:cNvPr id="9" name="Slide Number Placeholder 8">
            <a:extLst>
              <a:ext uri="{FF2B5EF4-FFF2-40B4-BE49-F238E27FC236}">
                <a16:creationId xmlns:a16="http://schemas.microsoft.com/office/drawing/2014/main" id="{079EA577-CBEE-E16E-6065-4FDF6EDEF000}"/>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dirty="0"/>
          </a:p>
        </p:txBody>
      </p:sp>
      <p:sp>
        <p:nvSpPr>
          <p:cNvPr id="10" name="Content Placeholder 7">
            <a:extLst>
              <a:ext uri="{FF2B5EF4-FFF2-40B4-BE49-F238E27FC236}">
                <a16:creationId xmlns:a16="http://schemas.microsoft.com/office/drawing/2014/main" id="{4EEDA701-40F5-B2E3-F562-EAA96810EAEE}"/>
              </a:ext>
            </a:extLst>
          </p:cNvPr>
          <p:cNvSpPr txBox="1">
            <a:spLocks/>
          </p:cNvSpPr>
          <p:nvPr/>
        </p:nvSpPr>
        <p:spPr>
          <a:xfrm>
            <a:off x="6096000" y="566928"/>
            <a:ext cx="5876544" cy="2340864"/>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Step 3: </a:t>
            </a:r>
            <a:r>
              <a:rPr lang="en-US" b="1" dirty="0">
                <a:solidFill>
                  <a:schemeClr val="tx1"/>
                </a:solidFill>
              </a:rPr>
              <a:t>Job Submission</a:t>
            </a:r>
          </a:p>
          <a:p>
            <a:pPr marL="342900" indent="-342900">
              <a:buFont typeface="Arial" panose="020B0604020202020204" pitchFamily="34" charset="0"/>
              <a:buChar char="•"/>
            </a:pPr>
            <a:r>
              <a:rPr lang="en-US" dirty="0"/>
              <a:t>User submits MapReduce job.</a:t>
            </a:r>
          </a:p>
          <a:p>
            <a:pPr marL="342900" indent="-342900">
              <a:buFont typeface="Arial" panose="020B0604020202020204" pitchFamily="34" charset="0"/>
              <a:buChar char="•"/>
            </a:pPr>
            <a:r>
              <a:rPr lang="en-US" dirty="0"/>
              <a:t>Resource Manager receives the request.</a:t>
            </a:r>
          </a:p>
          <a:p>
            <a:pPr marL="342900" indent="-342900">
              <a:buFont typeface="Arial" panose="020B0604020202020204" pitchFamily="34" charset="0"/>
              <a:buChar char="•"/>
            </a:pPr>
            <a:r>
              <a:rPr lang="en-US" dirty="0"/>
              <a:t>Application Master is launched.</a:t>
            </a:r>
          </a:p>
          <a:p>
            <a:r>
              <a:rPr lang="en-US" dirty="0"/>
              <a:t> </a:t>
            </a:r>
            <a:r>
              <a:rPr lang="en-US" b="1" dirty="0">
                <a:solidFill>
                  <a:schemeClr val="tx1"/>
                </a:solidFill>
              </a:rPr>
              <a:t>Result:</a:t>
            </a:r>
            <a:r>
              <a:rPr lang="en-US" dirty="0">
                <a:solidFill>
                  <a:schemeClr val="tx1"/>
                </a:solidFill>
              </a:rPr>
              <a:t> </a:t>
            </a:r>
            <a:r>
              <a:rPr lang="en-US" dirty="0"/>
              <a:t>Resources requested.</a:t>
            </a:r>
          </a:p>
        </p:txBody>
      </p:sp>
      <p:sp>
        <p:nvSpPr>
          <p:cNvPr id="4" name="Content Placeholder 7">
            <a:extLst>
              <a:ext uri="{FF2B5EF4-FFF2-40B4-BE49-F238E27FC236}">
                <a16:creationId xmlns:a16="http://schemas.microsoft.com/office/drawing/2014/main" id="{0121E724-799D-F62D-25E5-B97B6C96C916}"/>
              </a:ext>
            </a:extLst>
          </p:cNvPr>
          <p:cNvSpPr txBox="1">
            <a:spLocks/>
          </p:cNvSpPr>
          <p:nvPr/>
        </p:nvSpPr>
        <p:spPr>
          <a:xfrm>
            <a:off x="219456" y="3862144"/>
            <a:ext cx="5876544" cy="2340864"/>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Step 4: </a:t>
            </a:r>
            <a:r>
              <a:rPr lang="en-US" b="1" dirty="0">
                <a:solidFill>
                  <a:schemeClr val="tx1"/>
                </a:solidFill>
              </a:rPr>
              <a:t>Resource Allocation</a:t>
            </a:r>
          </a:p>
          <a:p>
            <a:r>
              <a:rPr lang="en-US" dirty="0"/>
              <a:t>Resource Manager allocates containers.</a:t>
            </a:r>
          </a:p>
          <a:p>
            <a:r>
              <a:rPr lang="en-US" dirty="0"/>
              <a:t>Node Managers prepare execution environments.</a:t>
            </a:r>
          </a:p>
          <a:p>
            <a:r>
              <a:rPr lang="en-US" b="1" dirty="0">
                <a:solidFill>
                  <a:schemeClr val="tx1"/>
                </a:solidFill>
              </a:rPr>
              <a:t>Result:</a:t>
            </a:r>
            <a:r>
              <a:rPr lang="en-US" dirty="0">
                <a:solidFill>
                  <a:schemeClr val="tx1"/>
                </a:solidFill>
              </a:rPr>
              <a:t> </a:t>
            </a:r>
            <a:r>
              <a:rPr lang="en-US" dirty="0"/>
              <a:t>Cluster ready for computation.</a:t>
            </a:r>
          </a:p>
        </p:txBody>
      </p:sp>
      <p:sp>
        <p:nvSpPr>
          <p:cNvPr id="5" name="Content Placeholder 7">
            <a:extLst>
              <a:ext uri="{FF2B5EF4-FFF2-40B4-BE49-F238E27FC236}">
                <a16:creationId xmlns:a16="http://schemas.microsoft.com/office/drawing/2014/main" id="{82A95B43-6B46-8BE1-9C1F-292C185FABDB}"/>
              </a:ext>
            </a:extLst>
          </p:cNvPr>
          <p:cNvSpPr txBox="1">
            <a:spLocks/>
          </p:cNvSpPr>
          <p:nvPr/>
        </p:nvSpPr>
        <p:spPr>
          <a:xfrm>
            <a:off x="6242568" y="3675888"/>
            <a:ext cx="5876544" cy="2340864"/>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Step 5: Map Phase</a:t>
            </a:r>
          </a:p>
          <a:p>
            <a:r>
              <a:rPr lang="en-US" dirty="0"/>
              <a:t>Input splits sent to mapper tasks.</a:t>
            </a:r>
          </a:p>
          <a:p>
            <a:r>
              <a:rPr lang="en-US" dirty="0"/>
              <a:t>Processing occurs </a:t>
            </a:r>
            <a:r>
              <a:rPr lang="en-US" b="1" dirty="0"/>
              <a:t>near the data</a:t>
            </a:r>
            <a:r>
              <a:rPr lang="en-US" dirty="0"/>
              <a:t> (data locality).</a:t>
            </a:r>
          </a:p>
          <a:p>
            <a:r>
              <a:rPr lang="en-US" dirty="0"/>
              <a:t>Intermediate key–value pairs generated.</a:t>
            </a:r>
          </a:p>
          <a:p>
            <a:r>
              <a:rPr lang="en-US" dirty="0"/>
              <a:t> </a:t>
            </a:r>
            <a:r>
              <a:rPr lang="en-US" b="1" dirty="0">
                <a:solidFill>
                  <a:schemeClr val="tx1"/>
                </a:solidFill>
              </a:rPr>
              <a:t>Result:</a:t>
            </a:r>
            <a:r>
              <a:rPr lang="en-US" dirty="0">
                <a:solidFill>
                  <a:schemeClr val="tx1"/>
                </a:solidFill>
              </a:rPr>
              <a:t> </a:t>
            </a:r>
            <a:r>
              <a:rPr lang="en-US" dirty="0"/>
              <a:t>Parallel processing begins.</a:t>
            </a:r>
          </a:p>
        </p:txBody>
      </p:sp>
    </p:spTree>
    <p:extLst>
      <p:ext uri="{BB962C8B-B14F-4D97-AF65-F5344CB8AC3E}">
        <p14:creationId xmlns:p14="http://schemas.microsoft.com/office/powerpoint/2010/main" val="94927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F63924A-18F2-935F-9A8C-69F2B553CF6C}"/>
            </a:ext>
          </a:extLst>
        </p:cNvPr>
        <p:cNvGrpSpPr/>
        <p:nvPr/>
      </p:nvGrpSpPr>
      <p:grpSpPr>
        <a:xfrm>
          <a:off x="0" y="0"/>
          <a:ext cx="0" cy="0"/>
          <a:chOff x="0" y="0"/>
          <a:chExt cx="0" cy="0"/>
        </a:xfrm>
      </p:grpSpPr>
      <p:sp>
        <p:nvSpPr>
          <p:cNvPr id="6" name="Content Placeholder 7">
            <a:extLst>
              <a:ext uri="{FF2B5EF4-FFF2-40B4-BE49-F238E27FC236}">
                <a16:creationId xmlns:a16="http://schemas.microsoft.com/office/drawing/2014/main" id="{AD964EBD-6254-28AA-5F09-029D85FD916D}"/>
              </a:ext>
            </a:extLst>
          </p:cNvPr>
          <p:cNvSpPr txBox="1">
            <a:spLocks/>
          </p:cNvSpPr>
          <p:nvPr/>
        </p:nvSpPr>
        <p:spPr>
          <a:xfrm>
            <a:off x="484632" y="890345"/>
            <a:ext cx="5876544" cy="2340864"/>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Step 6: </a:t>
            </a:r>
            <a:r>
              <a:rPr lang="en-US" b="1" dirty="0">
                <a:solidFill>
                  <a:schemeClr val="tx1"/>
                </a:solidFill>
              </a:rPr>
              <a:t>Shuffle and Sort</a:t>
            </a:r>
          </a:p>
          <a:p>
            <a:r>
              <a:rPr lang="en-US" dirty="0"/>
              <a:t>Intermediate data transferred to reducers.</a:t>
            </a:r>
          </a:p>
          <a:p>
            <a:r>
              <a:rPr lang="en-US" dirty="0"/>
              <a:t>Data grouped by keys.</a:t>
            </a:r>
          </a:p>
          <a:p>
            <a:r>
              <a:rPr lang="en-US" dirty="0"/>
              <a:t>Sorting performed.</a:t>
            </a:r>
          </a:p>
          <a:p>
            <a:r>
              <a:rPr lang="en-US" dirty="0"/>
              <a:t> </a:t>
            </a:r>
            <a:r>
              <a:rPr lang="en-US" b="1" dirty="0">
                <a:solidFill>
                  <a:schemeClr val="tx1"/>
                </a:solidFill>
              </a:rPr>
              <a:t>Result:</a:t>
            </a:r>
            <a:r>
              <a:rPr lang="en-US" dirty="0">
                <a:solidFill>
                  <a:schemeClr val="tx1"/>
                </a:solidFill>
              </a:rPr>
              <a:t> </a:t>
            </a:r>
            <a:r>
              <a:rPr lang="en-US" dirty="0"/>
              <a:t>Data organized for final computation.</a:t>
            </a:r>
          </a:p>
        </p:txBody>
      </p:sp>
      <p:sp>
        <p:nvSpPr>
          <p:cNvPr id="7" name="Content Placeholder 7">
            <a:extLst>
              <a:ext uri="{FF2B5EF4-FFF2-40B4-BE49-F238E27FC236}">
                <a16:creationId xmlns:a16="http://schemas.microsoft.com/office/drawing/2014/main" id="{54DD9CE8-EC28-2697-8E41-B173BBF04A09}"/>
              </a:ext>
            </a:extLst>
          </p:cNvPr>
          <p:cNvSpPr txBox="1">
            <a:spLocks/>
          </p:cNvSpPr>
          <p:nvPr/>
        </p:nvSpPr>
        <p:spPr>
          <a:xfrm>
            <a:off x="7330440" y="890345"/>
            <a:ext cx="5151120" cy="1905329"/>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Step 7: </a:t>
            </a:r>
            <a:r>
              <a:rPr lang="en-US" b="1" dirty="0">
                <a:solidFill>
                  <a:schemeClr val="tx1"/>
                </a:solidFill>
              </a:rPr>
              <a:t>Reduce Phase</a:t>
            </a:r>
          </a:p>
          <a:p>
            <a:r>
              <a:rPr lang="en-US" dirty="0"/>
              <a:t>Reducers aggregate results.</a:t>
            </a:r>
          </a:p>
          <a:p>
            <a:r>
              <a:rPr lang="en-US" dirty="0"/>
              <a:t>Final output generated.</a:t>
            </a:r>
          </a:p>
          <a:p>
            <a:r>
              <a:rPr lang="en-US" dirty="0"/>
              <a:t> </a:t>
            </a:r>
            <a:r>
              <a:rPr lang="en-US" b="1" dirty="0">
                <a:solidFill>
                  <a:schemeClr val="tx1"/>
                </a:solidFill>
              </a:rPr>
              <a:t>Result:</a:t>
            </a:r>
            <a:r>
              <a:rPr lang="en-US" dirty="0">
                <a:solidFill>
                  <a:schemeClr val="tx1"/>
                </a:solidFill>
              </a:rPr>
              <a:t> </a:t>
            </a:r>
            <a:r>
              <a:rPr lang="en-US" dirty="0"/>
              <a:t>Processed data ready.</a:t>
            </a:r>
          </a:p>
        </p:txBody>
      </p:sp>
      <p:sp>
        <p:nvSpPr>
          <p:cNvPr id="13" name="Content Placeholder 7">
            <a:extLst>
              <a:ext uri="{FF2B5EF4-FFF2-40B4-BE49-F238E27FC236}">
                <a16:creationId xmlns:a16="http://schemas.microsoft.com/office/drawing/2014/main" id="{6968D6FA-4280-7536-A2A5-E7930D537833}"/>
              </a:ext>
            </a:extLst>
          </p:cNvPr>
          <p:cNvSpPr txBox="1">
            <a:spLocks/>
          </p:cNvSpPr>
          <p:nvPr/>
        </p:nvSpPr>
        <p:spPr>
          <a:xfrm>
            <a:off x="3989832" y="3514673"/>
            <a:ext cx="7010400" cy="3343327"/>
          </a:xfrm>
          <a:prstGeom prst="rect">
            <a:avLst/>
          </a:prstGeom>
          <a:noFill/>
        </p:spPr>
        <p:txBody>
          <a:bodyPr vert="horz" lIns="91440" tIns="45720" rIns="91440" bIns="4572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Step 8:</a:t>
            </a:r>
            <a:r>
              <a:rPr lang="en-US" b="1" dirty="0">
                <a:solidFill>
                  <a:schemeClr val="tx1"/>
                </a:solidFill>
              </a:rPr>
              <a:t> Output Storage</a:t>
            </a:r>
          </a:p>
          <a:p>
            <a:r>
              <a:rPr lang="en-US" dirty="0"/>
              <a:t>Results stored back in HDFS.</a:t>
            </a:r>
          </a:p>
          <a:p>
            <a:r>
              <a:rPr lang="en-US" dirty="0"/>
              <a:t>Can be used by:</a:t>
            </a:r>
          </a:p>
          <a:p>
            <a:pPr lvl="1"/>
            <a:r>
              <a:rPr lang="en-US" dirty="0"/>
              <a:t>Hive</a:t>
            </a:r>
          </a:p>
          <a:p>
            <a:pPr lvl="1"/>
            <a:r>
              <a:rPr lang="en-US" dirty="0"/>
              <a:t>Pig</a:t>
            </a:r>
          </a:p>
          <a:p>
            <a:pPr lvl="1"/>
            <a:r>
              <a:rPr lang="en-US" dirty="0"/>
              <a:t>Spark</a:t>
            </a:r>
          </a:p>
          <a:p>
            <a:pPr lvl="1"/>
            <a:r>
              <a:rPr lang="en-US" dirty="0"/>
              <a:t>Analytics tools</a:t>
            </a:r>
          </a:p>
          <a:p>
            <a:r>
              <a:rPr lang="en-US" dirty="0"/>
              <a:t> </a:t>
            </a:r>
            <a:r>
              <a:rPr lang="en-US" b="1" dirty="0">
                <a:solidFill>
                  <a:schemeClr val="tx1"/>
                </a:solidFill>
              </a:rPr>
              <a:t>Result:</a:t>
            </a:r>
            <a:r>
              <a:rPr lang="en-US" dirty="0">
                <a:solidFill>
                  <a:schemeClr val="tx1"/>
                </a:solidFill>
              </a:rPr>
              <a:t> </a:t>
            </a:r>
            <a:r>
              <a:rPr lang="en-US" dirty="0"/>
              <a:t>Data available for analysis.</a:t>
            </a:r>
          </a:p>
        </p:txBody>
      </p:sp>
    </p:spTree>
    <p:extLst>
      <p:ext uri="{BB962C8B-B14F-4D97-AF65-F5344CB8AC3E}">
        <p14:creationId xmlns:p14="http://schemas.microsoft.com/office/powerpoint/2010/main" val="2150451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2459736" y="1382330"/>
            <a:ext cx="9912096" cy="2743200"/>
          </a:xfrm>
          <a:noFill/>
        </p:spPr>
        <p:txBody>
          <a:bodyPr anchor="b">
            <a:noAutofit/>
          </a:bodyPr>
          <a:lstStyle/>
          <a:p>
            <a:r>
              <a:rPr lang="en-US" dirty="0"/>
              <a:t>Thank you</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2.xml><?xml version="1.0" encoding="utf-8"?>
<ds:datastoreItem xmlns:ds="http://schemas.openxmlformats.org/officeDocument/2006/customXml" ds:itemID="{CEA9B47F-3DD8-4645-81DC-B88780643C07}">
  <ds:schemaRefs>
    <ds:schemaRef ds:uri="http://purl.org/dc/terms/"/>
    <ds:schemaRef ds:uri="http://purl.org/dc/dcmitype/"/>
    <ds:schemaRef ds:uri="http://schemas.microsoft.com/office/infopath/2007/PartnerControls"/>
    <ds:schemaRef ds:uri="http://schemas.openxmlformats.org/package/2006/metadata/core-properties"/>
    <ds:schemaRef ds:uri="http://purl.org/dc/elements/1.1/"/>
    <ds:schemaRef ds:uri="230e9df3-be65-4c73-a93b-d1236ebd677e"/>
    <ds:schemaRef ds:uri="http://schemas.microsoft.com/office/2006/documentManagement/types"/>
    <ds:schemaRef ds:uri="http://schemas.microsoft.com/sharepoint/v3"/>
    <ds:schemaRef ds:uri="16c05727-aa75-4e4a-9b5f-8a80a1165891"/>
    <ds:schemaRef ds:uri="71af3243-3dd4-4a8d-8c0d-dd76da1f02a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136</TotalTime>
  <Words>885</Words>
  <Application>Microsoft Office PowerPoint</Application>
  <PresentationFormat>Widescreen</PresentationFormat>
  <Paragraphs>157</Paragraphs>
  <Slides>14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Custom</vt:lpstr>
      <vt:lpstr>BIG DATA ANALYSIS</vt:lpstr>
      <vt:lpstr>BATCH - 09</vt:lpstr>
      <vt:lpstr>PART - A</vt:lpstr>
      <vt:lpstr>PowerPoint Presentation</vt:lpstr>
      <vt:lpstr>a) Key Daemons of Hadoop and Their Functions</vt:lpstr>
      <vt:lpstr>PowerPoint Presentation</vt:lpstr>
      <vt:lpstr>PowerPoint Presentation</vt:lpstr>
      <vt:lpstr>b) Hadoop Architecture and Core Components</vt:lpstr>
      <vt:lpstr>Core Components</vt:lpstr>
      <vt:lpstr>PowerPoint Presentation</vt:lpstr>
      <vt:lpstr>c) Data Processing Workflow in Hadoop</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JANGILI GOPI KRISHNA</dc:creator>
  <cp:lastModifiedBy>JANGILI GOPI KRISHNA</cp:lastModifiedBy>
  <cp:revision>1</cp:revision>
  <dcterms:created xsi:type="dcterms:W3CDTF">2026-02-19T09:03:57Z</dcterms:created>
  <dcterms:modified xsi:type="dcterms:W3CDTF">2026-02-28T08:42:42Z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